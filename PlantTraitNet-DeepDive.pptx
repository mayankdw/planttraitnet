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38"/>
  </p:notesMasterIdLst>
  <p:sldIdLst>
    <p:sldId id="293" r:id="rId2"/>
    <p:sldId id="258" r:id="rId3"/>
    <p:sldId id="257" r:id="rId4"/>
    <p:sldId id="265" r:id="rId5"/>
    <p:sldId id="266" r:id="rId6"/>
    <p:sldId id="291" r:id="rId7"/>
    <p:sldId id="25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59" r:id="rId21"/>
    <p:sldId id="260" r:id="rId22"/>
    <p:sldId id="261" r:id="rId23"/>
    <p:sldId id="263" r:id="rId24"/>
    <p:sldId id="264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9" r:id="rId35"/>
    <p:sldId id="288" r:id="rId36"/>
    <p:sldId id="29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92C5B1-02C1-4E09-9864-DF92463B38C0}" v="74" dt="2026-10-16T02:41:23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ank Dwivedi" userId="5f7701758b1376d8" providerId="LiveId" clId="{F7C6CF3B-5E2D-55E0-A33E-6351E2760B58}"/>
    <pc:docChg chg="custSel addSld delSld modSld modNotesMaster modShowInfo">
      <pc:chgData name="Mayank Dwivedi" userId="5f7701758b1376d8" providerId="LiveId" clId="{F7C6CF3B-5E2D-55E0-A33E-6351E2760B58}" dt="2026-10-16T15:26:55.466" v="248" actId="34476"/>
      <pc:docMkLst>
        <pc:docMk/>
      </pc:docMkLst>
      <pc:sldChg chg="mod modShow">
        <pc:chgData name="Mayank Dwivedi" userId="5f7701758b1376d8" providerId="LiveId" clId="{F7C6CF3B-5E2D-55E0-A33E-6351E2760B58}" dt="2026-10-16T15:26:55.466" v="248" actId="34476"/>
        <pc:sldMkLst>
          <pc:docMk/>
          <pc:sldMk cId="171399989" sldId="258"/>
        </pc:sldMkLst>
      </pc:sldChg>
      <pc:sldChg chg="modNotes">
        <pc:chgData name="Mayank Dwivedi" userId="5f7701758b1376d8" providerId="LiveId" clId="{F7C6CF3B-5E2D-55E0-A33E-6351E2760B58}" dt="2026-10-16T15:03:43.635" v="2" actId="26606"/>
        <pc:sldMkLst>
          <pc:docMk/>
          <pc:sldMk cId="228124038" sldId="276"/>
        </pc:sldMkLst>
      </pc:sldChg>
      <pc:sldChg chg="modNotes">
        <pc:chgData name="Mayank Dwivedi" userId="5f7701758b1376d8" providerId="LiveId" clId="{F7C6CF3B-5E2D-55E0-A33E-6351E2760B58}" dt="2026-10-16T15:03:43.635" v="2" actId="26606"/>
        <pc:sldMkLst>
          <pc:docMk/>
          <pc:sldMk cId="4289171256" sldId="277"/>
        </pc:sldMkLst>
      </pc:sldChg>
      <pc:sldChg chg="add del">
        <pc:chgData name="Mayank Dwivedi" userId="5f7701758b1376d8" providerId="LiveId" clId="{F7C6CF3B-5E2D-55E0-A33E-6351E2760B58}" dt="2026-10-16T15:08:14.340" v="108" actId="2696"/>
        <pc:sldMkLst>
          <pc:docMk/>
          <pc:sldMk cId="3844697848" sldId="292"/>
        </pc:sldMkLst>
      </pc:sldChg>
      <pc:sldChg chg="addSp delSp modSp add mod modNotes">
        <pc:chgData name="Mayank Dwivedi" userId="5f7701758b1376d8" providerId="LiveId" clId="{F7C6CF3B-5E2D-55E0-A33E-6351E2760B58}" dt="2026-10-16T15:10:41.168" v="240" actId="1076"/>
        <pc:sldMkLst>
          <pc:docMk/>
          <pc:sldMk cId="0" sldId="293"/>
        </pc:sldMkLst>
        <pc:spChg chg="mod">
          <ac:chgData name="Mayank Dwivedi" userId="5f7701758b1376d8" providerId="LiveId" clId="{F7C6CF3B-5E2D-55E0-A33E-6351E2760B58}" dt="2026-10-16T15:08:27.458" v="109" actId="26606"/>
          <ac:spMkLst>
            <pc:docMk/>
            <pc:sldMk cId="0" sldId="293"/>
            <ac:spMk id="2" creationId="{00000000-0000-0000-0000-000000000000}"/>
          </ac:spMkLst>
        </pc:spChg>
        <pc:spChg chg="mod">
          <ac:chgData name="Mayank Dwivedi" userId="5f7701758b1376d8" providerId="LiveId" clId="{F7C6CF3B-5E2D-55E0-A33E-6351E2760B58}" dt="2026-10-16T15:08:27.458" v="109" actId="26606"/>
          <ac:spMkLst>
            <pc:docMk/>
            <pc:sldMk cId="0" sldId="293"/>
            <ac:spMk id="3" creationId="{00000000-0000-0000-0000-000000000000}"/>
          </ac:spMkLst>
        </pc:spChg>
        <pc:spChg chg="mod">
          <ac:chgData name="Mayank Dwivedi" userId="5f7701758b1376d8" providerId="LiveId" clId="{F7C6CF3B-5E2D-55E0-A33E-6351E2760B58}" dt="2026-10-16T15:08:56.025" v="111" actId="26606"/>
          <ac:spMkLst>
            <pc:docMk/>
            <pc:sldMk cId="0" sldId="293"/>
            <ac:spMk id="4" creationId="{00000000-0000-0000-0000-000000000000}"/>
          </ac:spMkLst>
        </pc:spChg>
        <pc:spChg chg="del mod">
          <ac:chgData name="Mayank Dwivedi" userId="5f7701758b1376d8" providerId="LiveId" clId="{F7C6CF3B-5E2D-55E0-A33E-6351E2760B58}" dt="2026-10-16T15:10:24.279" v="237" actId="21"/>
          <ac:spMkLst>
            <pc:docMk/>
            <pc:sldMk cId="0" sldId="293"/>
            <ac:spMk id="5" creationId="{00000000-0000-0000-0000-000000000000}"/>
          </ac:spMkLst>
        </pc:spChg>
        <pc:spChg chg="mod">
          <ac:chgData name="Mayank Dwivedi" userId="5f7701758b1376d8" providerId="LiveId" clId="{F7C6CF3B-5E2D-55E0-A33E-6351E2760B58}" dt="2026-10-16T15:08:56.025" v="111" actId="26606"/>
          <ac:spMkLst>
            <pc:docMk/>
            <pc:sldMk cId="0" sldId="293"/>
            <ac:spMk id="6" creationId="{00000000-0000-0000-0000-000000000000}"/>
          </ac:spMkLst>
        </pc:spChg>
        <pc:spChg chg="mod">
          <ac:chgData name="Mayank Dwivedi" userId="5f7701758b1376d8" providerId="LiveId" clId="{F7C6CF3B-5E2D-55E0-A33E-6351E2760B58}" dt="2026-10-16T15:08:27.458" v="109" actId="26606"/>
          <ac:spMkLst>
            <pc:docMk/>
            <pc:sldMk cId="0" sldId="293"/>
            <ac:spMk id="7" creationId="{00000000-0000-0000-0000-000000000000}"/>
          </ac:spMkLst>
        </pc:spChg>
        <pc:spChg chg="mod">
          <ac:chgData name="Mayank Dwivedi" userId="5f7701758b1376d8" providerId="LiveId" clId="{F7C6CF3B-5E2D-55E0-A33E-6351E2760B58}" dt="2026-10-16T15:10:37.677" v="239" actId="1076"/>
          <ac:spMkLst>
            <pc:docMk/>
            <pc:sldMk cId="0" sldId="293"/>
            <ac:spMk id="8" creationId="{00000000-0000-0000-0000-000000000000}"/>
          </ac:spMkLst>
        </pc:spChg>
        <pc:spChg chg="add mod">
          <ac:chgData name="Mayank Dwivedi" userId="5f7701758b1376d8" providerId="LiveId" clId="{F7C6CF3B-5E2D-55E0-A33E-6351E2760B58}" dt="2026-10-16T15:10:41.168" v="240" actId="1076"/>
          <ac:spMkLst>
            <pc:docMk/>
            <pc:sldMk cId="0" sldId="293"/>
            <ac:spMk id="10" creationId="{00000000-0000-0000-0000-000000000000}"/>
          </ac:spMkLst>
        </pc:spChg>
        <pc:picChg chg="add">
          <ac:chgData name="Mayank Dwivedi" userId="5f7701758b1376d8" providerId="LiveId" clId="{F7C6CF3B-5E2D-55E0-A33E-6351E2760B58}" dt="2026-10-16T15:08:27.458" v="109" actId="26606"/>
          <ac:picMkLst>
            <pc:docMk/>
            <pc:sldMk cId="0" sldId="293"/>
            <ac:picMk id="9" creationId="{00000000-0000-0000-0000-000000000000}"/>
          </ac:picMkLst>
        </pc:picChg>
      </pc:sldChg>
    </pc:docChg>
  </pc:docChgLst>
  <pc:docChgLst>
    <pc:chgData name="Mayank Dwivedi" userId="5f7701758b1376d8" providerId="LiveId" clId="{F6C2D1D8-6092-4D82-9E4C-2555FD5DEE60}"/>
    <pc:docChg chg="undo custSel addSld delSld modSld modMainMaster">
      <pc:chgData name="Mayank Dwivedi" userId="5f7701758b1376d8" providerId="LiveId" clId="{F6C2D1D8-6092-4D82-9E4C-2555FD5DEE60}" dt="2026-10-16T02:43:21.276" v="1555" actId="478"/>
      <pc:docMkLst>
        <pc:docMk/>
      </pc:docMkLst>
      <pc:sldChg chg="modSp mod">
        <pc:chgData name="Mayank Dwivedi" userId="5f7701758b1376d8" providerId="LiveId" clId="{F6C2D1D8-6092-4D82-9E4C-2555FD5DEE60}" dt="2026-10-16T01:17:40.328" v="24" actId="20577"/>
        <pc:sldMkLst>
          <pc:docMk/>
          <pc:sldMk cId="2952849203" sldId="256"/>
        </pc:sldMkLst>
        <pc:spChg chg="mod">
          <ac:chgData name="Mayank Dwivedi" userId="5f7701758b1376d8" providerId="LiveId" clId="{F6C2D1D8-6092-4D82-9E4C-2555FD5DEE60}" dt="2026-10-12T02:40:50.071" v="7"/>
          <ac:spMkLst>
            <pc:docMk/>
            <pc:sldMk cId="2952849203" sldId="256"/>
            <ac:spMk id="2" creationId="{21A03BC1-E3B5-472C-8561-68A1B8DCD922}"/>
          </ac:spMkLst>
        </pc:spChg>
        <pc:spChg chg="mod">
          <ac:chgData name="Mayank Dwivedi" userId="5f7701758b1376d8" providerId="LiveId" clId="{F6C2D1D8-6092-4D82-9E4C-2555FD5DEE60}" dt="2026-10-16T01:17:40.328" v="24" actId="20577"/>
          <ac:spMkLst>
            <pc:docMk/>
            <pc:sldMk cId="2952849203" sldId="256"/>
            <ac:spMk id="3" creationId="{1774C386-0ED6-BDE1-4451-7AAFFF73E78B}"/>
          </ac:spMkLst>
        </pc:spChg>
      </pc:sldChg>
      <pc:sldChg chg="modSp mod">
        <pc:chgData name="Mayank Dwivedi" userId="5f7701758b1376d8" providerId="LiveId" clId="{F6C2D1D8-6092-4D82-9E4C-2555FD5DEE60}" dt="2026-10-16T02:40:19.788" v="1549" actId="20577"/>
        <pc:sldMkLst>
          <pc:docMk/>
          <pc:sldMk cId="171399989" sldId="258"/>
        </pc:sldMkLst>
        <pc:spChg chg="mod">
          <ac:chgData name="Mayank Dwivedi" userId="5f7701758b1376d8" providerId="LiveId" clId="{F6C2D1D8-6092-4D82-9E4C-2555FD5DEE60}" dt="2026-10-16T02:40:19.788" v="1549" actId="20577"/>
          <ac:spMkLst>
            <pc:docMk/>
            <pc:sldMk cId="171399989" sldId="258"/>
            <ac:spMk id="3" creationId="{AEE6ECA5-1357-DE63-809F-B33B07692B1F}"/>
          </ac:spMkLst>
        </pc:spChg>
      </pc:sldChg>
      <pc:sldChg chg="modSp add">
        <pc:chgData name="Mayank Dwivedi" userId="5f7701758b1376d8" providerId="LiveId" clId="{F6C2D1D8-6092-4D82-9E4C-2555FD5DEE60}" dt="2026-10-12T02:40:50.071" v="7"/>
        <pc:sldMkLst>
          <pc:docMk/>
          <pc:sldMk cId="3495430232" sldId="259"/>
        </pc:sldMkLst>
        <pc:spChg chg="mod">
          <ac:chgData name="Mayank Dwivedi" userId="5f7701758b1376d8" providerId="LiveId" clId="{F6C2D1D8-6092-4D82-9E4C-2555FD5DEE60}" dt="2026-10-12T02:40:50.071" v="7"/>
          <ac:spMkLst>
            <pc:docMk/>
            <pc:sldMk cId="3495430232" sldId="259"/>
            <ac:spMk id="2" creationId="{F58238F8-A6F1-B628-B924-EC6656102599}"/>
          </ac:spMkLst>
        </pc:spChg>
        <pc:spChg chg="mod">
          <ac:chgData name="Mayank Dwivedi" userId="5f7701758b1376d8" providerId="LiveId" clId="{F6C2D1D8-6092-4D82-9E4C-2555FD5DEE60}" dt="2026-10-12T02:36:34.513" v="1"/>
          <ac:spMkLst>
            <pc:docMk/>
            <pc:sldMk cId="3495430232" sldId="259"/>
            <ac:spMk id="3" creationId="{3B292744-0801-80C6-AA50-FEED28CC8032}"/>
          </ac:spMkLst>
        </pc:spChg>
      </pc:sldChg>
      <pc:sldChg chg="modSp">
        <pc:chgData name="Mayank Dwivedi" userId="5f7701758b1376d8" providerId="LiveId" clId="{F6C2D1D8-6092-4D82-9E4C-2555FD5DEE60}" dt="2026-10-12T02:40:50.071" v="7"/>
        <pc:sldMkLst>
          <pc:docMk/>
          <pc:sldMk cId="1879258325" sldId="260"/>
        </pc:sldMkLst>
        <pc:spChg chg="mod">
          <ac:chgData name="Mayank Dwivedi" userId="5f7701758b1376d8" providerId="LiveId" clId="{F6C2D1D8-6092-4D82-9E4C-2555FD5DEE60}" dt="2026-10-12T02:40:50.071" v="7"/>
          <ac:spMkLst>
            <pc:docMk/>
            <pc:sldMk cId="1879258325" sldId="260"/>
            <ac:spMk id="2" creationId="{3A1635B6-3191-C7C6-7C31-572A1881E100}"/>
          </ac:spMkLst>
        </pc:spChg>
        <pc:spChg chg="mod">
          <ac:chgData name="Mayank Dwivedi" userId="5f7701758b1376d8" providerId="LiveId" clId="{F6C2D1D8-6092-4D82-9E4C-2555FD5DEE60}" dt="2026-10-12T02:37:26.866" v="2"/>
          <ac:spMkLst>
            <pc:docMk/>
            <pc:sldMk cId="1879258325" sldId="260"/>
            <ac:spMk id="3" creationId="{C96A61F3-202E-8452-1D42-6FF674242276}"/>
          </ac:spMkLst>
        </pc:spChg>
      </pc:sldChg>
      <pc:sldChg chg="addSp delSp modSp">
        <pc:chgData name="Mayank Dwivedi" userId="5f7701758b1376d8" providerId="LiveId" clId="{F6C2D1D8-6092-4D82-9E4C-2555FD5DEE60}" dt="2026-10-12T02:42:10.145" v="13"/>
        <pc:sldMkLst>
          <pc:docMk/>
          <pc:sldMk cId="1905760357" sldId="261"/>
        </pc:sldMkLst>
        <pc:spChg chg="add mod">
          <ac:chgData name="Mayank Dwivedi" userId="5f7701758b1376d8" providerId="LiveId" clId="{F6C2D1D8-6092-4D82-9E4C-2555FD5DEE60}" dt="2026-10-12T02:42:10.145" v="13"/>
          <ac:spMkLst>
            <pc:docMk/>
            <pc:sldMk cId="1905760357" sldId="261"/>
            <ac:spMk id="17" creationId="{A5FE26B6-9C41-B583-D469-1BF168DC2CF9}"/>
          </ac:spMkLst>
        </pc:spChg>
      </pc:sldChg>
      <pc:sldChg chg="modSp add del">
        <pc:chgData name="Mayank Dwivedi" userId="5f7701758b1376d8" providerId="LiveId" clId="{F6C2D1D8-6092-4D82-9E4C-2555FD5DEE60}" dt="2026-10-16T02:42:25.678" v="1553" actId="47"/>
        <pc:sldMkLst>
          <pc:docMk/>
          <pc:sldMk cId="1971474264" sldId="262"/>
        </pc:sldMkLst>
      </pc:sldChg>
      <pc:sldChg chg="addSp delSp modSp">
        <pc:chgData name="Mayank Dwivedi" userId="5f7701758b1376d8" providerId="LiveId" clId="{F6C2D1D8-6092-4D82-9E4C-2555FD5DEE60}" dt="2026-10-13T01:57:59.096" v="22"/>
        <pc:sldMkLst>
          <pc:docMk/>
          <pc:sldMk cId="2066628081" sldId="263"/>
        </pc:sldMkLst>
        <pc:spChg chg="add mod">
          <ac:chgData name="Mayank Dwivedi" userId="5f7701758b1376d8" providerId="LiveId" clId="{F6C2D1D8-6092-4D82-9E4C-2555FD5DEE60}" dt="2026-10-13T01:56:41.714" v="18"/>
          <ac:spMkLst>
            <pc:docMk/>
            <pc:sldMk cId="2066628081" sldId="263"/>
            <ac:spMk id="6" creationId="{3FB96AF4-D943-3922-4E73-4EC1B4BD6EA0}"/>
          </ac:spMkLst>
        </pc:spChg>
      </pc:sldChg>
      <pc:sldChg chg="addSp delSp modSp add mod">
        <pc:chgData name="Mayank Dwivedi" userId="5f7701758b1376d8" providerId="LiveId" clId="{F6C2D1D8-6092-4D82-9E4C-2555FD5DEE60}" dt="2026-10-16T02:09:12.279" v="708" actId="478"/>
        <pc:sldMkLst>
          <pc:docMk/>
          <pc:sldMk cId="825335531" sldId="264"/>
        </pc:sldMkLst>
        <pc:spChg chg="mod">
          <ac:chgData name="Mayank Dwivedi" userId="5f7701758b1376d8" providerId="LiveId" clId="{F6C2D1D8-6092-4D82-9E4C-2555FD5DEE60}" dt="2026-10-16T02:07:36.560" v="686" actId="313"/>
          <ac:spMkLst>
            <pc:docMk/>
            <pc:sldMk cId="825335531" sldId="264"/>
            <ac:spMk id="2" creationId="{07B31DFD-08B9-E966-9E71-16F540134AAD}"/>
          </ac:spMkLst>
        </pc:spChg>
        <pc:spChg chg="del">
          <ac:chgData name="Mayank Dwivedi" userId="5f7701758b1376d8" providerId="LiveId" clId="{F6C2D1D8-6092-4D82-9E4C-2555FD5DEE60}" dt="2026-10-16T02:03:08.248" v="554" actId="478"/>
          <ac:spMkLst>
            <pc:docMk/>
            <pc:sldMk cId="825335531" sldId="264"/>
            <ac:spMk id="3" creationId="{ED56C319-FB61-ACE7-914E-1553629F30CB}"/>
          </ac:spMkLst>
        </pc:spChg>
        <pc:spChg chg="add mod">
          <ac:chgData name="Mayank Dwivedi" userId="5f7701758b1376d8" providerId="LiveId" clId="{F6C2D1D8-6092-4D82-9E4C-2555FD5DEE60}" dt="2026-10-16T02:08:30.380" v="701" actId="20577"/>
          <ac:spMkLst>
            <pc:docMk/>
            <pc:sldMk cId="825335531" sldId="264"/>
            <ac:spMk id="5" creationId="{382D9291-8861-DB0C-030F-2CF703E6E2FB}"/>
          </ac:spMkLst>
        </pc:spChg>
        <pc:picChg chg="add del mod">
          <ac:chgData name="Mayank Dwivedi" userId="5f7701758b1376d8" providerId="LiveId" clId="{F6C2D1D8-6092-4D82-9E4C-2555FD5DEE60}" dt="2026-10-16T02:08:32.418" v="702" actId="478"/>
          <ac:picMkLst>
            <pc:docMk/>
            <pc:sldMk cId="825335531" sldId="264"/>
            <ac:picMk id="7" creationId="{FB7DC32A-7FF1-C610-136C-084BAEF0D46B}"/>
          </ac:picMkLst>
        </pc:picChg>
        <pc:picChg chg="add del">
          <ac:chgData name="Mayank Dwivedi" userId="5f7701758b1376d8" providerId="LiveId" clId="{F6C2D1D8-6092-4D82-9E4C-2555FD5DEE60}" dt="2026-10-16T02:07:42.278" v="688" actId="478"/>
          <ac:picMkLst>
            <pc:docMk/>
            <pc:sldMk cId="825335531" sldId="264"/>
            <ac:picMk id="9" creationId="{63CEE08B-313D-D941-77CB-29C45DC8BB63}"/>
          </ac:picMkLst>
        </pc:picChg>
        <pc:picChg chg="add del">
          <ac:chgData name="Mayank Dwivedi" userId="5f7701758b1376d8" providerId="LiveId" clId="{F6C2D1D8-6092-4D82-9E4C-2555FD5DEE60}" dt="2026-10-16T02:07:40.039" v="687" actId="478"/>
          <ac:picMkLst>
            <pc:docMk/>
            <pc:sldMk cId="825335531" sldId="264"/>
            <ac:picMk id="11" creationId="{96E1D240-C030-EC08-7C47-ED95B4AA5517}"/>
          </ac:picMkLst>
        </pc:picChg>
        <pc:picChg chg="add mod">
          <ac:chgData name="Mayank Dwivedi" userId="5f7701758b1376d8" providerId="LiveId" clId="{F6C2D1D8-6092-4D82-9E4C-2555FD5DEE60}" dt="2026-10-16T02:08:41.533" v="706" actId="14100"/>
          <ac:picMkLst>
            <pc:docMk/>
            <pc:sldMk cId="825335531" sldId="264"/>
            <ac:picMk id="13" creationId="{98C14B99-AC82-7DFA-46DC-B14B91651066}"/>
          </ac:picMkLst>
        </pc:picChg>
        <pc:picChg chg="add del">
          <ac:chgData name="Mayank Dwivedi" userId="5f7701758b1376d8" providerId="LiveId" clId="{F6C2D1D8-6092-4D82-9E4C-2555FD5DEE60}" dt="2026-10-16T02:09:12.279" v="708" actId="478"/>
          <ac:picMkLst>
            <pc:docMk/>
            <pc:sldMk cId="825335531" sldId="264"/>
            <ac:picMk id="15" creationId="{455ABC70-A0F4-9DDA-B0F7-B2E35B628165}"/>
          </ac:picMkLst>
        </pc:picChg>
      </pc:sldChg>
      <pc:sldChg chg="addSp delSp modSp add mod">
        <pc:chgData name="Mayank Dwivedi" userId="5f7701758b1376d8" providerId="LiveId" clId="{F6C2D1D8-6092-4D82-9E4C-2555FD5DEE60}" dt="2026-10-16T01:22:28.310" v="64" actId="1076"/>
        <pc:sldMkLst>
          <pc:docMk/>
          <pc:sldMk cId="4165910593" sldId="265"/>
        </pc:sldMkLst>
        <pc:spChg chg="mod">
          <ac:chgData name="Mayank Dwivedi" userId="5f7701758b1376d8" providerId="LiveId" clId="{F6C2D1D8-6092-4D82-9E4C-2555FD5DEE60}" dt="2026-10-16T01:19:46.904" v="39" actId="20577"/>
          <ac:spMkLst>
            <pc:docMk/>
            <pc:sldMk cId="4165910593" sldId="265"/>
            <ac:spMk id="2" creationId="{31D302C9-0499-5961-D3E0-79C98FED668E}"/>
          </ac:spMkLst>
        </pc:spChg>
        <pc:spChg chg="del mod">
          <ac:chgData name="Mayank Dwivedi" userId="5f7701758b1376d8" providerId="LiveId" clId="{F6C2D1D8-6092-4D82-9E4C-2555FD5DEE60}" dt="2026-10-16T01:20:00.564" v="41" actId="22"/>
          <ac:spMkLst>
            <pc:docMk/>
            <pc:sldMk cId="4165910593" sldId="265"/>
            <ac:spMk id="3" creationId="{47E79BF9-AB48-701A-A802-99E13B5089E8}"/>
          </ac:spMkLst>
        </pc:spChg>
        <pc:picChg chg="add mod ord">
          <ac:chgData name="Mayank Dwivedi" userId="5f7701758b1376d8" providerId="LiveId" clId="{F6C2D1D8-6092-4D82-9E4C-2555FD5DEE60}" dt="2026-10-16T01:22:28.310" v="64" actId="1076"/>
          <ac:picMkLst>
            <pc:docMk/>
            <pc:sldMk cId="4165910593" sldId="265"/>
            <ac:picMk id="5" creationId="{B87E869A-DA65-86E2-A327-9297574A4D40}"/>
          </ac:picMkLst>
        </pc:picChg>
      </pc:sldChg>
      <pc:sldChg chg="add">
        <pc:chgData name="Mayank Dwivedi" userId="5f7701758b1376d8" providerId="LiveId" clId="{F6C2D1D8-6092-4D82-9E4C-2555FD5DEE60}" dt="2026-10-16T02:41:23.626" v="1552"/>
        <pc:sldMkLst>
          <pc:docMk/>
          <pc:sldMk cId="2491583370" sldId="266"/>
        </pc:sldMkLst>
      </pc:sldChg>
      <pc:sldChg chg="addSp delSp modSp add del mod">
        <pc:chgData name="Mayank Dwivedi" userId="5f7701758b1376d8" providerId="LiveId" clId="{F6C2D1D8-6092-4D82-9E4C-2555FD5DEE60}" dt="2026-10-16T02:41:19.941" v="1551" actId="2696"/>
        <pc:sldMkLst>
          <pc:docMk/>
          <pc:sldMk cId="2579958361" sldId="266"/>
        </pc:sldMkLst>
        <pc:spChg chg="mod">
          <ac:chgData name="Mayank Dwivedi" userId="5f7701758b1376d8" providerId="LiveId" clId="{F6C2D1D8-6092-4D82-9E4C-2555FD5DEE60}" dt="2026-10-16T01:21:32.373" v="58" actId="27636"/>
          <ac:spMkLst>
            <pc:docMk/>
            <pc:sldMk cId="2579958361" sldId="266"/>
            <ac:spMk id="2" creationId="{508FF5AD-8CB8-C9CD-DE21-03C6F5BF8076}"/>
          </ac:spMkLst>
        </pc:spChg>
        <pc:spChg chg="add del mod">
          <ac:chgData name="Mayank Dwivedi" userId="5f7701758b1376d8" providerId="LiveId" clId="{F6C2D1D8-6092-4D82-9E4C-2555FD5DEE60}" dt="2026-10-16T01:21:58.116" v="61" actId="478"/>
          <ac:spMkLst>
            <pc:docMk/>
            <pc:sldMk cId="2579958361" sldId="266"/>
            <ac:spMk id="4" creationId="{5E54DF6E-8CCC-F828-295B-C35CC05F53FD}"/>
          </ac:spMkLst>
        </pc:spChg>
        <pc:picChg chg="del">
          <ac:chgData name="Mayank Dwivedi" userId="5f7701758b1376d8" providerId="LiveId" clId="{F6C2D1D8-6092-4D82-9E4C-2555FD5DEE60}" dt="2026-10-16T01:21:36.168" v="59" actId="478"/>
          <ac:picMkLst>
            <pc:docMk/>
            <pc:sldMk cId="2579958361" sldId="266"/>
            <ac:picMk id="5" creationId="{00693059-3D7D-FB08-0C11-AEBEF5FC515F}"/>
          </ac:picMkLst>
        </pc:picChg>
        <pc:picChg chg="add mod">
          <ac:chgData name="Mayank Dwivedi" userId="5f7701758b1376d8" providerId="LiveId" clId="{F6C2D1D8-6092-4D82-9E4C-2555FD5DEE60}" dt="2026-10-16T01:22:06.150" v="63" actId="1076"/>
          <ac:picMkLst>
            <pc:docMk/>
            <pc:sldMk cId="2579958361" sldId="266"/>
            <ac:picMk id="7" creationId="{2D750C39-0F49-6B05-2980-68D33100AC09}"/>
          </ac:picMkLst>
        </pc:picChg>
      </pc:sldChg>
      <pc:sldChg chg="addSp delSp modSp add mod">
        <pc:chgData name="Mayank Dwivedi" userId="5f7701758b1376d8" providerId="LiveId" clId="{F6C2D1D8-6092-4D82-9E4C-2555FD5DEE60}" dt="2026-10-16T01:24:11.054" v="68" actId="1076"/>
        <pc:sldMkLst>
          <pc:docMk/>
          <pc:sldMk cId="166198389" sldId="267"/>
        </pc:sldMkLst>
        <pc:spChg chg="add del mod">
          <ac:chgData name="Mayank Dwivedi" userId="5f7701758b1376d8" providerId="LiveId" clId="{F6C2D1D8-6092-4D82-9E4C-2555FD5DEE60}" dt="2026-10-16T01:23:59.848" v="67" actId="22"/>
          <ac:spMkLst>
            <pc:docMk/>
            <pc:sldMk cId="166198389" sldId="267"/>
            <ac:spMk id="4" creationId="{4F7674BE-C7FB-FF15-7338-5D07C0B3EA56}"/>
          </ac:spMkLst>
        </pc:spChg>
        <pc:picChg chg="del">
          <ac:chgData name="Mayank Dwivedi" userId="5f7701758b1376d8" providerId="LiveId" clId="{F6C2D1D8-6092-4D82-9E4C-2555FD5DEE60}" dt="2026-10-16T01:23:33.296" v="66" actId="478"/>
          <ac:picMkLst>
            <pc:docMk/>
            <pc:sldMk cId="166198389" sldId="267"/>
            <ac:picMk id="5" creationId="{0A36C4FD-E4EF-F4B3-1C14-F7BCFD7FD460}"/>
          </ac:picMkLst>
        </pc:picChg>
        <pc:picChg chg="add mod ord">
          <ac:chgData name="Mayank Dwivedi" userId="5f7701758b1376d8" providerId="LiveId" clId="{F6C2D1D8-6092-4D82-9E4C-2555FD5DEE60}" dt="2026-10-16T01:24:11.054" v="68" actId="1076"/>
          <ac:picMkLst>
            <pc:docMk/>
            <pc:sldMk cId="166198389" sldId="267"/>
            <ac:picMk id="7" creationId="{C2272F66-E5FD-8A16-2F65-FE615F4D7A72}"/>
          </ac:picMkLst>
        </pc:picChg>
      </pc:sldChg>
      <pc:sldChg chg="addSp delSp modSp add mod">
        <pc:chgData name="Mayank Dwivedi" userId="5f7701758b1376d8" providerId="LiveId" clId="{F6C2D1D8-6092-4D82-9E4C-2555FD5DEE60}" dt="2026-10-16T01:28:33.669" v="118" actId="14100"/>
        <pc:sldMkLst>
          <pc:docMk/>
          <pc:sldMk cId="1317919728" sldId="268"/>
        </pc:sldMkLst>
        <pc:spChg chg="mod">
          <ac:chgData name="Mayank Dwivedi" userId="5f7701758b1376d8" providerId="LiveId" clId="{F6C2D1D8-6092-4D82-9E4C-2555FD5DEE60}" dt="2026-10-16T01:27:47.538" v="114" actId="20577"/>
          <ac:spMkLst>
            <pc:docMk/>
            <pc:sldMk cId="1317919728" sldId="268"/>
            <ac:spMk id="2" creationId="{6A1E0B1A-314B-40EB-F38A-B18777057E87}"/>
          </ac:spMkLst>
        </pc:spChg>
        <pc:picChg chg="add mod">
          <ac:chgData name="Mayank Dwivedi" userId="5f7701758b1376d8" providerId="LiveId" clId="{F6C2D1D8-6092-4D82-9E4C-2555FD5DEE60}" dt="2026-10-16T01:28:33.669" v="118" actId="14100"/>
          <ac:picMkLst>
            <pc:docMk/>
            <pc:sldMk cId="1317919728" sldId="268"/>
            <ac:picMk id="4" creationId="{7240E967-3290-D3B2-F56C-C0290CEA2BDB}"/>
          </ac:picMkLst>
        </pc:picChg>
        <pc:picChg chg="del">
          <ac:chgData name="Mayank Dwivedi" userId="5f7701758b1376d8" providerId="LiveId" clId="{F6C2D1D8-6092-4D82-9E4C-2555FD5DEE60}" dt="2026-10-16T01:27:51.219" v="115" actId="478"/>
          <ac:picMkLst>
            <pc:docMk/>
            <pc:sldMk cId="1317919728" sldId="268"/>
            <ac:picMk id="7" creationId="{E5F5253B-C8D1-948A-DE70-871A219FC69D}"/>
          </ac:picMkLst>
        </pc:picChg>
      </pc:sldChg>
      <pc:sldChg chg="addSp delSp modSp add mod">
        <pc:chgData name="Mayank Dwivedi" userId="5f7701758b1376d8" providerId="LiveId" clId="{F6C2D1D8-6092-4D82-9E4C-2555FD5DEE60}" dt="2026-10-16T01:30:56.208" v="183" actId="255"/>
        <pc:sldMkLst>
          <pc:docMk/>
          <pc:sldMk cId="3294860367" sldId="269"/>
        </pc:sldMkLst>
        <pc:spChg chg="mod">
          <ac:chgData name="Mayank Dwivedi" userId="5f7701758b1376d8" providerId="LiveId" clId="{F6C2D1D8-6092-4D82-9E4C-2555FD5DEE60}" dt="2026-10-16T01:29:17.526" v="178" actId="20577"/>
          <ac:spMkLst>
            <pc:docMk/>
            <pc:sldMk cId="3294860367" sldId="269"/>
            <ac:spMk id="2" creationId="{B7EC4F9E-50A7-1B7A-E303-EC3C414088CA}"/>
          </ac:spMkLst>
        </pc:spChg>
        <pc:spChg chg="add mod">
          <ac:chgData name="Mayank Dwivedi" userId="5f7701758b1376d8" providerId="LiveId" clId="{F6C2D1D8-6092-4D82-9E4C-2555FD5DEE60}" dt="2026-10-16T01:30:56.208" v="183" actId="255"/>
          <ac:spMkLst>
            <pc:docMk/>
            <pc:sldMk cId="3294860367" sldId="269"/>
            <ac:spMk id="6" creationId="{8F1CF9BE-CF0D-6D92-EC2B-2389135FD92E}"/>
          </ac:spMkLst>
        </pc:spChg>
        <pc:picChg chg="add">
          <ac:chgData name="Mayank Dwivedi" userId="5f7701758b1376d8" providerId="LiveId" clId="{F6C2D1D8-6092-4D82-9E4C-2555FD5DEE60}" dt="2026-10-16T01:30:28.355" v="180" actId="22"/>
          <ac:picMkLst>
            <pc:docMk/>
            <pc:sldMk cId="3294860367" sldId="269"/>
            <ac:picMk id="4" creationId="{879B67F1-6FE6-88B1-A7E0-77ADEAAC2115}"/>
          </ac:picMkLst>
        </pc:picChg>
        <pc:picChg chg="del">
          <ac:chgData name="Mayank Dwivedi" userId="5f7701758b1376d8" providerId="LiveId" clId="{F6C2D1D8-6092-4D82-9E4C-2555FD5DEE60}" dt="2026-10-16T01:29:21.041" v="179" actId="478"/>
          <ac:picMkLst>
            <pc:docMk/>
            <pc:sldMk cId="3294860367" sldId="269"/>
            <ac:picMk id="7" creationId="{99B73961-C3CB-2E50-5770-23DC98E9DB33}"/>
          </ac:picMkLst>
        </pc:picChg>
      </pc:sldChg>
      <pc:sldChg chg="addSp delSp modSp add mod">
        <pc:chgData name="Mayank Dwivedi" userId="5f7701758b1376d8" providerId="LiveId" clId="{F6C2D1D8-6092-4D82-9E4C-2555FD5DEE60}" dt="2026-10-16T01:34:27.279" v="232" actId="14100"/>
        <pc:sldMkLst>
          <pc:docMk/>
          <pc:sldMk cId="4171911936" sldId="270"/>
        </pc:sldMkLst>
        <pc:spChg chg="mod">
          <ac:chgData name="Mayank Dwivedi" userId="5f7701758b1376d8" providerId="LiveId" clId="{F6C2D1D8-6092-4D82-9E4C-2555FD5DEE60}" dt="2026-10-16T01:32:42.427" v="223" actId="20577"/>
          <ac:spMkLst>
            <pc:docMk/>
            <pc:sldMk cId="4171911936" sldId="270"/>
            <ac:spMk id="2" creationId="{BB22C9BF-B8F9-617D-21F7-F5F4FC831496}"/>
          </ac:spMkLst>
        </pc:spChg>
        <pc:spChg chg="del mod">
          <ac:chgData name="Mayank Dwivedi" userId="5f7701758b1376d8" providerId="LiveId" clId="{F6C2D1D8-6092-4D82-9E4C-2555FD5DEE60}" dt="2026-10-16T01:33:43.279" v="230" actId="21"/>
          <ac:spMkLst>
            <pc:docMk/>
            <pc:sldMk cId="4171911936" sldId="270"/>
            <ac:spMk id="6" creationId="{1AE6E177-E596-C221-00E0-71E86A04822E}"/>
          </ac:spMkLst>
        </pc:spChg>
        <pc:spChg chg="add mod">
          <ac:chgData name="Mayank Dwivedi" userId="5f7701758b1376d8" providerId="LiveId" clId="{F6C2D1D8-6092-4D82-9E4C-2555FD5DEE60}" dt="2026-10-16T01:33:47.377" v="231" actId="1076"/>
          <ac:spMkLst>
            <pc:docMk/>
            <pc:sldMk cId="4171911936" sldId="270"/>
            <ac:spMk id="8" creationId="{CC41BB3B-ED29-9D97-FC2A-A5E2D12E37E0}"/>
          </ac:spMkLst>
        </pc:spChg>
        <pc:picChg chg="del">
          <ac:chgData name="Mayank Dwivedi" userId="5f7701758b1376d8" providerId="LiveId" clId="{F6C2D1D8-6092-4D82-9E4C-2555FD5DEE60}" dt="2026-10-16T01:32:46.845" v="224" actId="478"/>
          <ac:picMkLst>
            <pc:docMk/>
            <pc:sldMk cId="4171911936" sldId="270"/>
            <ac:picMk id="4" creationId="{BA4C12C8-56B0-ACC6-7314-9B322941746E}"/>
          </ac:picMkLst>
        </pc:picChg>
        <pc:picChg chg="add mod">
          <ac:chgData name="Mayank Dwivedi" userId="5f7701758b1376d8" providerId="LiveId" clId="{F6C2D1D8-6092-4D82-9E4C-2555FD5DEE60}" dt="2026-10-16T01:34:27.279" v="232" actId="14100"/>
          <ac:picMkLst>
            <pc:docMk/>
            <pc:sldMk cId="4171911936" sldId="270"/>
            <ac:picMk id="5" creationId="{86252690-5371-0028-0005-DEC7C3CD15E0}"/>
          </ac:picMkLst>
        </pc:picChg>
      </pc:sldChg>
      <pc:sldChg chg="addSp delSp modSp add mod">
        <pc:chgData name="Mayank Dwivedi" userId="5f7701758b1376d8" providerId="LiveId" clId="{F6C2D1D8-6092-4D82-9E4C-2555FD5DEE60}" dt="2026-10-16T01:37:09.237" v="253" actId="22"/>
        <pc:sldMkLst>
          <pc:docMk/>
          <pc:sldMk cId="1049969958" sldId="271"/>
        </pc:sldMkLst>
        <pc:spChg chg="mod">
          <ac:chgData name="Mayank Dwivedi" userId="5f7701758b1376d8" providerId="LiveId" clId="{F6C2D1D8-6092-4D82-9E4C-2555FD5DEE60}" dt="2026-10-16T01:35:06.849" v="248" actId="20577"/>
          <ac:spMkLst>
            <pc:docMk/>
            <pc:sldMk cId="1049969958" sldId="271"/>
            <ac:spMk id="2" creationId="{F3713A28-4B4E-7110-8B93-45CCBAD1B20B}"/>
          </ac:spMkLst>
        </pc:spChg>
        <pc:spChg chg="del">
          <ac:chgData name="Mayank Dwivedi" userId="5f7701758b1376d8" providerId="LiveId" clId="{F6C2D1D8-6092-4D82-9E4C-2555FD5DEE60}" dt="2026-10-16T01:35:37.346" v="251" actId="478"/>
          <ac:spMkLst>
            <pc:docMk/>
            <pc:sldMk cId="1049969958" sldId="271"/>
            <ac:spMk id="8" creationId="{BBC02BB0-4F24-9982-C0E3-E33DFA97398A}"/>
          </ac:spMkLst>
        </pc:spChg>
        <pc:picChg chg="add">
          <ac:chgData name="Mayank Dwivedi" userId="5f7701758b1376d8" providerId="LiveId" clId="{F6C2D1D8-6092-4D82-9E4C-2555FD5DEE60}" dt="2026-10-16T01:35:30.188" v="250" actId="22"/>
          <ac:picMkLst>
            <pc:docMk/>
            <pc:sldMk cId="1049969958" sldId="271"/>
            <ac:picMk id="4" creationId="{3725557A-83A4-38DA-6F3B-321A3FB728B4}"/>
          </ac:picMkLst>
        </pc:picChg>
        <pc:picChg chg="del">
          <ac:chgData name="Mayank Dwivedi" userId="5f7701758b1376d8" providerId="LiveId" clId="{F6C2D1D8-6092-4D82-9E4C-2555FD5DEE60}" dt="2026-10-16T01:35:09.336" v="249" actId="478"/>
          <ac:picMkLst>
            <pc:docMk/>
            <pc:sldMk cId="1049969958" sldId="271"/>
            <ac:picMk id="5" creationId="{D7746973-CB28-6B96-9E5D-67CC7917E344}"/>
          </ac:picMkLst>
        </pc:picChg>
        <pc:picChg chg="add del">
          <ac:chgData name="Mayank Dwivedi" userId="5f7701758b1376d8" providerId="LiveId" clId="{F6C2D1D8-6092-4D82-9E4C-2555FD5DEE60}" dt="2026-10-16T01:37:09.237" v="253" actId="22"/>
          <ac:picMkLst>
            <pc:docMk/>
            <pc:sldMk cId="1049969958" sldId="271"/>
            <ac:picMk id="7" creationId="{8B63AE49-B1AA-0A74-F230-7A19DBA0196C}"/>
          </ac:picMkLst>
        </pc:picChg>
      </pc:sldChg>
      <pc:sldChg chg="addSp delSp modSp add mod">
        <pc:chgData name="Mayank Dwivedi" userId="5f7701758b1376d8" providerId="LiveId" clId="{F6C2D1D8-6092-4D82-9E4C-2555FD5DEE60}" dt="2026-10-16T01:37:46.826" v="258" actId="1076"/>
        <pc:sldMkLst>
          <pc:docMk/>
          <pc:sldMk cId="4139329821" sldId="272"/>
        </pc:sldMkLst>
        <pc:picChg chg="del">
          <ac:chgData name="Mayank Dwivedi" userId="5f7701758b1376d8" providerId="LiveId" clId="{F6C2D1D8-6092-4D82-9E4C-2555FD5DEE60}" dt="2026-10-16T01:37:27.819" v="255" actId="478"/>
          <ac:picMkLst>
            <pc:docMk/>
            <pc:sldMk cId="4139329821" sldId="272"/>
            <ac:picMk id="4" creationId="{B1A26DE2-5D71-C636-E648-35F095BF743D}"/>
          </ac:picMkLst>
        </pc:picChg>
        <pc:picChg chg="add mod">
          <ac:chgData name="Mayank Dwivedi" userId="5f7701758b1376d8" providerId="LiveId" clId="{F6C2D1D8-6092-4D82-9E4C-2555FD5DEE60}" dt="2026-10-16T01:37:46.826" v="258" actId="1076"/>
          <ac:picMkLst>
            <pc:docMk/>
            <pc:sldMk cId="4139329821" sldId="272"/>
            <ac:picMk id="5" creationId="{89885D09-B1F6-E862-7695-7B7B5F56FBD8}"/>
          </ac:picMkLst>
        </pc:picChg>
      </pc:sldChg>
      <pc:sldChg chg="addSp delSp modSp add mod">
        <pc:chgData name="Mayank Dwivedi" userId="5f7701758b1376d8" providerId="LiveId" clId="{F6C2D1D8-6092-4D82-9E4C-2555FD5DEE60}" dt="2026-10-16T01:41:44.541" v="390" actId="14100"/>
        <pc:sldMkLst>
          <pc:docMk/>
          <pc:sldMk cId="1419447317" sldId="273"/>
        </pc:sldMkLst>
        <pc:spChg chg="mod">
          <ac:chgData name="Mayank Dwivedi" userId="5f7701758b1376d8" providerId="LiveId" clId="{F6C2D1D8-6092-4D82-9E4C-2555FD5DEE60}" dt="2026-10-16T01:40:16.589" v="334" actId="20577"/>
          <ac:spMkLst>
            <pc:docMk/>
            <pc:sldMk cId="1419447317" sldId="273"/>
            <ac:spMk id="2" creationId="{FF795761-F69B-5032-54DA-A44AB621126F}"/>
          </ac:spMkLst>
        </pc:spChg>
        <pc:spChg chg="add mod">
          <ac:chgData name="Mayank Dwivedi" userId="5f7701758b1376d8" providerId="LiveId" clId="{F6C2D1D8-6092-4D82-9E4C-2555FD5DEE60}" dt="2026-10-16T01:41:44.541" v="390" actId="14100"/>
          <ac:spMkLst>
            <pc:docMk/>
            <pc:sldMk cId="1419447317" sldId="273"/>
            <ac:spMk id="7" creationId="{CB6799B1-4011-AF8E-B033-C288927EDC74}"/>
          </ac:spMkLst>
        </pc:spChg>
        <pc:picChg chg="add">
          <ac:chgData name="Mayank Dwivedi" userId="5f7701758b1376d8" providerId="LiveId" clId="{F6C2D1D8-6092-4D82-9E4C-2555FD5DEE60}" dt="2026-10-16T01:40:50.702" v="336" actId="22"/>
          <ac:picMkLst>
            <pc:docMk/>
            <pc:sldMk cId="1419447317" sldId="273"/>
            <ac:picMk id="4" creationId="{89016BE0-34FB-4A74-1E1F-ECA3385AB1A9}"/>
          </ac:picMkLst>
        </pc:picChg>
        <pc:picChg chg="del">
          <ac:chgData name="Mayank Dwivedi" userId="5f7701758b1376d8" providerId="LiveId" clId="{F6C2D1D8-6092-4D82-9E4C-2555FD5DEE60}" dt="2026-10-16T01:40:31.450" v="335" actId="478"/>
          <ac:picMkLst>
            <pc:docMk/>
            <pc:sldMk cId="1419447317" sldId="273"/>
            <ac:picMk id="5" creationId="{8EC4B26B-8841-F432-3242-52FB240E0698}"/>
          </ac:picMkLst>
        </pc:picChg>
      </pc:sldChg>
      <pc:sldChg chg="modSp add mod">
        <pc:chgData name="Mayank Dwivedi" userId="5f7701758b1376d8" providerId="LiveId" clId="{F6C2D1D8-6092-4D82-9E4C-2555FD5DEE60}" dt="2026-10-16T01:47:25.692" v="452" actId="14100"/>
        <pc:sldMkLst>
          <pc:docMk/>
          <pc:sldMk cId="3204207839" sldId="274"/>
        </pc:sldMkLst>
        <pc:spChg chg="mod">
          <ac:chgData name="Mayank Dwivedi" userId="5f7701758b1376d8" providerId="LiveId" clId="{F6C2D1D8-6092-4D82-9E4C-2555FD5DEE60}" dt="2026-10-16T01:47:03.054" v="451" actId="20577"/>
          <ac:spMkLst>
            <pc:docMk/>
            <pc:sldMk cId="3204207839" sldId="274"/>
            <ac:spMk id="2" creationId="{10111F48-AC95-C1C1-7774-5B430EE63A03}"/>
          </ac:spMkLst>
        </pc:spChg>
        <pc:spChg chg="mod">
          <ac:chgData name="Mayank Dwivedi" userId="5f7701758b1376d8" providerId="LiveId" clId="{F6C2D1D8-6092-4D82-9E4C-2555FD5DEE60}" dt="2026-10-16T01:47:25.692" v="452" actId="14100"/>
          <ac:spMkLst>
            <pc:docMk/>
            <pc:sldMk cId="3204207839" sldId="274"/>
            <ac:spMk id="3" creationId="{97370289-B227-2671-7739-14476770826A}"/>
          </ac:spMkLst>
        </pc:spChg>
      </pc:sldChg>
      <pc:sldChg chg="addSp delSp modSp add mod">
        <pc:chgData name="Mayank Dwivedi" userId="5f7701758b1376d8" providerId="LiveId" clId="{F6C2D1D8-6092-4D82-9E4C-2555FD5DEE60}" dt="2026-10-16T01:48:43.893" v="456" actId="478"/>
        <pc:sldMkLst>
          <pc:docMk/>
          <pc:sldMk cId="1538126494" sldId="275"/>
        </pc:sldMkLst>
        <pc:spChg chg="add del mod">
          <ac:chgData name="Mayank Dwivedi" userId="5f7701758b1376d8" providerId="LiveId" clId="{F6C2D1D8-6092-4D82-9E4C-2555FD5DEE60}" dt="2026-10-16T01:48:43.893" v="456" actId="478"/>
          <ac:spMkLst>
            <pc:docMk/>
            <pc:sldMk cId="1538126494" sldId="275"/>
            <ac:spMk id="4" creationId="{A3AB8057-F7E4-0225-FD95-68E303E2B721}"/>
          </ac:spMkLst>
        </pc:spChg>
        <pc:picChg chg="add">
          <ac:chgData name="Mayank Dwivedi" userId="5f7701758b1376d8" providerId="LiveId" clId="{F6C2D1D8-6092-4D82-9E4C-2555FD5DEE60}" dt="2026-10-16T01:48:35.108" v="455" actId="22"/>
          <ac:picMkLst>
            <pc:docMk/>
            <pc:sldMk cId="1538126494" sldId="275"/>
            <ac:picMk id="6" creationId="{6183DE33-A36C-DA26-BBB1-6EF063E836FC}"/>
          </ac:picMkLst>
        </pc:picChg>
        <pc:picChg chg="del">
          <ac:chgData name="Mayank Dwivedi" userId="5f7701758b1376d8" providerId="LiveId" clId="{F6C2D1D8-6092-4D82-9E4C-2555FD5DEE60}" dt="2026-10-16T01:48:12.029" v="454" actId="478"/>
          <ac:picMkLst>
            <pc:docMk/>
            <pc:sldMk cId="1538126494" sldId="275"/>
            <ac:picMk id="7" creationId="{AB496A68-9F1F-23AD-5E6D-99BE57788332}"/>
          </ac:picMkLst>
        </pc:picChg>
      </pc:sldChg>
      <pc:sldChg chg="addSp modSp add mod">
        <pc:chgData name="Mayank Dwivedi" userId="5f7701758b1376d8" providerId="LiveId" clId="{F6C2D1D8-6092-4D82-9E4C-2555FD5DEE60}" dt="2026-10-16T01:59:09.228" v="520" actId="1076"/>
        <pc:sldMkLst>
          <pc:docMk/>
          <pc:sldMk cId="228124038" sldId="276"/>
        </pc:sldMkLst>
        <pc:spChg chg="mod">
          <ac:chgData name="Mayank Dwivedi" userId="5f7701758b1376d8" providerId="LiveId" clId="{F6C2D1D8-6092-4D82-9E4C-2555FD5DEE60}" dt="2026-10-16T01:58:01.287" v="519" actId="20577"/>
          <ac:spMkLst>
            <pc:docMk/>
            <pc:sldMk cId="228124038" sldId="276"/>
            <ac:spMk id="2" creationId="{DE705675-1E95-4E66-15F9-CCFE740E4A68}"/>
          </ac:spMkLst>
        </pc:spChg>
        <pc:spChg chg="mod">
          <ac:chgData name="Mayank Dwivedi" userId="5f7701758b1376d8" providerId="LiveId" clId="{F6C2D1D8-6092-4D82-9E4C-2555FD5DEE60}" dt="2026-10-16T01:59:09.228" v="520" actId="1076"/>
          <ac:spMkLst>
            <pc:docMk/>
            <pc:sldMk cId="228124038" sldId="276"/>
            <ac:spMk id="3" creationId="{6D4AECDE-6A08-C174-192E-CE3B00FDAAD3}"/>
          </ac:spMkLst>
        </pc:spChg>
        <pc:spChg chg="add mod">
          <ac:chgData name="Mayank Dwivedi" userId="5f7701758b1376d8" providerId="LiveId" clId="{F6C2D1D8-6092-4D82-9E4C-2555FD5DEE60}" dt="2026-10-16T01:56:44.201" v="514" actId="1076"/>
          <ac:spMkLst>
            <pc:docMk/>
            <pc:sldMk cId="228124038" sldId="276"/>
            <ac:spMk id="6" creationId="{D42DAD6D-AFA9-0AAD-AAF4-D6C3AA5E3706}"/>
          </ac:spMkLst>
        </pc:spChg>
        <pc:picChg chg="add mod">
          <ac:chgData name="Mayank Dwivedi" userId="5f7701758b1376d8" providerId="LiveId" clId="{F6C2D1D8-6092-4D82-9E4C-2555FD5DEE60}" dt="2026-10-16T01:54:16.409" v="503" actId="1076"/>
          <ac:picMkLst>
            <pc:docMk/>
            <pc:sldMk cId="228124038" sldId="276"/>
            <ac:picMk id="5" creationId="{E5EF7F9D-FCF6-AB00-B631-8E102900C271}"/>
          </ac:picMkLst>
        </pc:picChg>
      </pc:sldChg>
      <pc:sldChg chg="addSp delSp modSp add mod">
        <pc:chgData name="Mayank Dwivedi" userId="5f7701758b1376d8" providerId="LiveId" clId="{F6C2D1D8-6092-4D82-9E4C-2555FD5DEE60}" dt="2026-10-16T02:00:36.409" v="549" actId="1076"/>
        <pc:sldMkLst>
          <pc:docMk/>
          <pc:sldMk cId="4289171256" sldId="277"/>
        </pc:sldMkLst>
        <pc:spChg chg="mod">
          <ac:chgData name="Mayank Dwivedi" userId="5f7701758b1376d8" providerId="LiveId" clId="{F6C2D1D8-6092-4D82-9E4C-2555FD5DEE60}" dt="2026-10-16T01:59:35.527" v="537" actId="20577"/>
          <ac:spMkLst>
            <pc:docMk/>
            <pc:sldMk cId="4289171256" sldId="277"/>
            <ac:spMk id="2" creationId="{D6B76F62-700D-1526-38F8-D3F8E7B50859}"/>
          </ac:spMkLst>
        </pc:spChg>
        <pc:spChg chg="del">
          <ac:chgData name="Mayank Dwivedi" userId="5f7701758b1376d8" providerId="LiveId" clId="{F6C2D1D8-6092-4D82-9E4C-2555FD5DEE60}" dt="2026-10-16T01:59:51.313" v="541" actId="478"/>
          <ac:spMkLst>
            <pc:docMk/>
            <pc:sldMk cId="4289171256" sldId="277"/>
            <ac:spMk id="3" creationId="{C23D2DD6-4999-04F2-E6C7-881D9F716B3C}"/>
          </ac:spMkLst>
        </pc:spChg>
        <pc:spChg chg="del mod">
          <ac:chgData name="Mayank Dwivedi" userId="5f7701758b1376d8" providerId="LiveId" clId="{F6C2D1D8-6092-4D82-9E4C-2555FD5DEE60}" dt="2026-10-16T01:59:45.922" v="540" actId="478"/>
          <ac:spMkLst>
            <pc:docMk/>
            <pc:sldMk cId="4289171256" sldId="277"/>
            <ac:spMk id="6" creationId="{41F924F6-DA04-E68A-26CB-4685F4DA558C}"/>
          </ac:spMkLst>
        </pc:spChg>
        <pc:spChg chg="add del mod">
          <ac:chgData name="Mayank Dwivedi" userId="5f7701758b1376d8" providerId="LiveId" clId="{F6C2D1D8-6092-4D82-9E4C-2555FD5DEE60}" dt="2026-10-16T02:00:03.099" v="544" actId="22"/>
          <ac:spMkLst>
            <pc:docMk/>
            <pc:sldMk cId="4289171256" sldId="277"/>
            <ac:spMk id="7" creationId="{A28640FE-A1DA-734E-3E35-5F69CE80AA01}"/>
          </ac:spMkLst>
        </pc:spChg>
        <pc:picChg chg="del">
          <ac:chgData name="Mayank Dwivedi" userId="5f7701758b1376d8" providerId="LiveId" clId="{F6C2D1D8-6092-4D82-9E4C-2555FD5DEE60}" dt="2026-10-16T01:59:39.959" v="538" actId="478"/>
          <ac:picMkLst>
            <pc:docMk/>
            <pc:sldMk cId="4289171256" sldId="277"/>
            <ac:picMk id="5" creationId="{F6796AAD-5A71-6D23-849E-5740EF5C7833}"/>
          </ac:picMkLst>
        </pc:picChg>
        <pc:picChg chg="add mod ord">
          <ac:chgData name="Mayank Dwivedi" userId="5f7701758b1376d8" providerId="LiveId" clId="{F6C2D1D8-6092-4D82-9E4C-2555FD5DEE60}" dt="2026-10-16T02:00:36.409" v="549" actId="1076"/>
          <ac:picMkLst>
            <pc:docMk/>
            <pc:sldMk cId="4289171256" sldId="277"/>
            <ac:picMk id="9" creationId="{B92DB12B-3D54-B424-DBD5-5EB91A28F138}"/>
          </ac:picMkLst>
        </pc:picChg>
      </pc:sldChg>
      <pc:sldChg chg="addSp delSp modSp add mod">
        <pc:chgData name="Mayank Dwivedi" userId="5f7701758b1376d8" providerId="LiveId" clId="{F6C2D1D8-6092-4D82-9E4C-2555FD5DEE60}" dt="2026-10-16T02:02:05.687" v="553" actId="1076"/>
        <pc:sldMkLst>
          <pc:docMk/>
          <pc:sldMk cId="3876072522" sldId="278"/>
        </pc:sldMkLst>
        <pc:spChg chg="mod">
          <ac:chgData name="Mayank Dwivedi" userId="5f7701758b1376d8" providerId="LiveId" clId="{F6C2D1D8-6092-4D82-9E4C-2555FD5DEE60}" dt="2026-10-16T02:02:05.687" v="553" actId="1076"/>
          <ac:spMkLst>
            <pc:docMk/>
            <pc:sldMk cId="3876072522" sldId="278"/>
            <ac:spMk id="2" creationId="{832CE01A-12C1-6D13-FBC8-351239B309CF}"/>
          </ac:spMkLst>
        </pc:spChg>
        <pc:picChg chg="add">
          <ac:chgData name="Mayank Dwivedi" userId="5f7701758b1376d8" providerId="LiveId" clId="{F6C2D1D8-6092-4D82-9E4C-2555FD5DEE60}" dt="2026-10-16T02:01:57.146" v="552" actId="22"/>
          <ac:picMkLst>
            <pc:docMk/>
            <pc:sldMk cId="3876072522" sldId="278"/>
            <ac:picMk id="4" creationId="{9E1F2350-1A84-E78D-0829-796A48338B11}"/>
          </ac:picMkLst>
        </pc:picChg>
        <pc:picChg chg="del">
          <ac:chgData name="Mayank Dwivedi" userId="5f7701758b1376d8" providerId="LiveId" clId="{F6C2D1D8-6092-4D82-9E4C-2555FD5DEE60}" dt="2026-10-16T02:01:32.093" v="551" actId="478"/>
          <ac:picMkLst>
            <pc:docMk/>
            <pc:sldMk cId="3876072522" sldId="278"/>
            <ac:picMk id="6" creationId="{8A5150EB-7AB8-FDE5-5492-07D917FE08A3}"/>
          </ac:picMkLst>
        </pc:picChg>
      </pc:sldChg>
      <pc:sldChg chg="add del">
        <pc:chgData name="Mayank Dwivedi" userId="5f7701758b1376d8" providerId="LiveId" clId="{F6C2D1D8-6092-4D82-9E4C-2555FD5DEE60}" dt="2026-10-16T01:59:53.915" v="543"/>
        <pc:sldMkLst>
          <pc:docMk/>
          <pc:sldMk cId="4256696161" sldId="278"/>
        </pc:sldMkLst>
      </pc:sldChg>
      <pc:sldChg chg="addSp delSp modSp add mod">
        <pc:chgData name="Mayank Dwivedi" userId="5f7701758b1376d8" providerId="LiveId" clId="{F6C2D1D8-6092-4D82-9E4C-2555FD5DEE60}" dt="2026-10-16T02:10:29.245" v="799" actId="14100"/>
        <pc:sldMkLst>
          <pc:docMk/>
          <pc:sldMk cId="3597248926" sldId="279"/>
        </pc:sldMkLst>
        <pc:spChg chg="mod">
          <ac:chgData name="Mayank Dwivedi" userId="5f7701758b1376d8" providerId="LiveId" clId="{F6C2D1D8-6092-4D82-9E4C-2555FD5DEE60}" dt="2026-10-16T02:09:48.108" v="743" actId="20577"/>
          <ac:spMkLst>
            <pc:docMk/>
            <pc:sldMk cId="3597248926" sldId="279"/>
            <ac:spMk id="2" creationId="{836335CE-F6F9-E682-F7BE-3BC645550B5C}"/>
          </ac:spMkLst>
        </pc:spChg>
        <pc:spChg chg="mod">
          <ac:chgData name="Mayank Dwivedi" userId="5f7701758b1376d8" providerId="LiveId" clId="{F6C2D1D8-6092-4D82-9E4C-2555FD5DEE60}" dt="2026-10-16T02:10:21.145" v="797" actId="313"/>
          <ac:spMkLst>
            <pc:docMk/>
            <pc:sldMk cId="3597248926" sldId="279"/>
            <ac:spMk id="5" creationId="{6B26E39F-D2DB-46DB-04A0-048D37311730}"/>
          </ac:spMkLst>
        </pc:spChg>
        <pc:picChg chg="add mod">
          <ac:chgData name="Mayank Dwivedi" userId="5f7701758b1376d8" providerId="LiveId" clId="{F6C2D1D8-6092-4D82-9E4C-2555FD5DEE60}" dt="2026-10-16T02:10:29.245" v="799" actId="14100"/>
          <ac:picMkLst>
            <pc:docMk/>
            <pc:sldMk cId="3597248926" sldId="279"/>
            <ac:picMk id="4" creationId="{4C9D5E98-90EF-9E2E-9518-E5667E2C1B8E}"/>
          </ac:picMkLst>
        </pc:picChg>
        <pc:picChg chg="del">
          <ac:chgData name="Mayank Dwivedi" userId="5f7701758b1376d8" providerId="LiveId" clId="{F6C2D1D8-6092-4D82-9E4C-2555FD5DEE60}" dt="2026-10-16T02:10:13.421" v="795" actId="478"/>
          <ac:picMkLst>
            <pc:docMk/>
            <pc:sldMk cId="3597248926" sldId="279"/>
            <ac:picMk id="13" creationId="{E483E281-96E3-B04A-DAC5-1A2A3411A841}"/>
          </ac:picMkLst>
        </pc:picChg>
      </pc:sldChg>
      <pc:sldChg chg="addSp delSp modSp add mod">
        <pc:chgData name="Mayank Dwivedi" userId="5f7701758b1376d8" providerId="LiveId" clId="{F6C2D1D8-6092-4D82-9E4C-2555FD5DEE60}" dt="2026-10-16T02:12:37.316" v="938" actId="1076"/>
        <pc:sldMkLst>
          <pc:docMk/>
          <pc:sldMk cId="390358100" sldId="280"/>
        </pc:sldMkLst>
        <pc:spChg chg="mod">
          <ac:chgData name="Mayank Dwivedi" userId="5f7701758b1376d8" providerId="LiveId" clId="{F6C2D1D8-6092-4D82-9E4C-2555FD5DEE60}" dt="2026-10-16T02:11:02.503" v="812" actId="20577"/>
          <ac:spMkLst>
            <pc:docMk/>
            <pc:sldMk cId="390358100" sldId="280"/>
            <ac:spMk id="2" creationId="{AE3E032D-7290-0A8F-84FA-66AE44AFF852}"/>
          </ac:spMkLst>
        </pc:spChg>
        <pc:spChg chg="mod">
          <ac:chgData name="Mayank Dwivedi" userId="5f7701758b1376d8" providerId="LiveId" clId="{F6C2D1D8-6092-4D82-9E4C-2555FD5DEE60}" dt="2026-10-16T02:12:14.064" v="931" actId="20577"/>
          <ac:spMkLst>
            <pc:docMk/>
            <pc:sldMk cId="390358100" sldId="280"/>
            <ac:spMk id="5" creationId="{0DB662A7-03EA-F16A-7DD3-41AF9A3B27A5}"/>
          </ac:spMkLst>
        </pc:spChg>
        <pc:picChg chg="add mod">
          <ac:chgData name="Mayank Dwivedi" userId="5f7701758b1376d8" providerId="LiveId" clId="{F6C2D1D8-6092-4D82-9E4C-2555FD5DEE60}" dt="2026-10-16T02:12:37.316" v="938" actId="1076"/>
          <ac:picMkLst>
            <pc:docMk/>
            <pc:sldMk cId="390358100" sldId="280"/>
            <ac:picMk id="4" creationId="{BBC59FE6-2212-6A03-6D34-C2C9C6F70524}"/>
          </ac:picMkLst>
        </pc:picChg>
        <pc:picChg chg="del">
          <ac:chgData name="Mayank Dwivedi" userId="5f7701758b1376d8" providerId="LiveId" clId="{F6C2D1D8-6092-4D82-9E4C-2555FD5DEE60}" dt="2026-10-16T02:12:16.922" v="932" actId="478"/>
          <ac:picMkLst>
            <pc:docMk/>
            <pc:sldMk cId="390358100" sldId="280"/>
            <ac:picMk id="13" creationId="{AB377190-B3F7-5998-2D56-32A0F58E34EA}"/>
          </ac:picMkLst>
        </pc:picChg>
      </pc:sldChg>
      <pc:sldChg chg="addSp delSp modSp add mod">
        <pc:chgData name="Mayank Dwivedi" userId="5f7701758b1376d8" providerId="LiveId" clId="{F6C2D1D8-6092-4D82-9E4C-2555FD5DEE60}" dt="2026-10-16T02:13:56.623" v="973" actId="478"/>
        <pc:sldMkLst>
          <pc:docMk/>
          <pc:sldMk cId="1858175693" sldId="281"/>
        </pc:sldMkLst>
        <pc:spChg chg="mod">
          <ac:chgData name="Mayank Dwivedi" userId="5f7701758b1376d8" providerId="LiveId" clId="{F6C2D1D8-6092-4D82-9E4C-2555FD5DEE60}" dt="2026-10-16T02:13:24.086" v="967" actId="20577"/>
          <ac:spMkLst>
            <pc:docMk/>
            <pc:sldMk cId="1858175693" sldId="281"/>
            <ac:spMk id="2" creationId="{9E3F0E44-715E-9CE9-CCD2-2CA2C702D7CD}"/>
          </ac:spMkLst>
        </pc:spChg>
        <pc:spChg chg="del mod">
          <ac:chgData name="Mayank Dwivedi" userId="5f7701758b1376d8" providerId="LiveId" clId="{F6C2D1D8-6092-4D82-9E4C-2555FD5DEE60}" dt="2026-10-16T02:13:56.623" v="973" actId="478"/>
          <ac:spMkLst>
            <pc:docMk/>
            <pc:sldMk cId="1858175693" sldId="281"/>
            <ac:spMk id="5" creationId="{D866EF8B-D54C-C38F-4E60-25EF98C12FC3}"/>
          </ac:spMkLst>
        </pc:spChg>
        <pc:picChg chg="del">
          <ac:chgData name="Mayank Dwivedi" userId="5f7701758b1376d8" providerId="LiveId" clId="{F6C2D1D8-6092-4D82-9E4C-2555FD5DEE60}" dt="2026-10-16T02:13:33.699" v="969" actId="478"/>
          <ac:picMkLst>
            <pc:docMk/>
            <pc:sldMk cId="1858175693" sldId="281"/>
            <ac:picMk id="4" creationId="{A0F366BD-F901-2160-0B43-F5B817ED9D6B}"/>
          </ac:picMkLst>
        </pc:picChg>
        <pc:picChg chg="add mod">
          <ac:chgData name="Mayank Dwivedi" userId="5f7701758b1376d8" providerId="LiveId" clId="{F6C2D1D8-6092-4D82-9E4C-2555FD5DEE60}" dt="2026-10-16T02:13:44.254" v="972" actId="14100"/>
          <ac:picMkLst>
            <pc:docMk/>
            <pc:sldMk cId="1858175693" sldId="281"/>
            <ac:picMk id="6" creationId="{74DA194B-A0E0-2137-4EBE-E2AEC912F3A8}"/>
          </ac:picMkLst>
        </pc:picChg>
      </pc:sldChg>
      <pc:sldChg chg="addSp delSp modSp add mod">
        <pc:chgData name="Mayank Dwivedi" userId="5f7701758b1376d8" providerId="LiveId" clId="{F6C2D1D8-6092-4D82-9E4C-2555FD5DEE60}" dt="2026-10-16T02:15:54.056" v="1101" actId="478"/>
        <pc:sldMkLst>
          <pc:docMk/>
          <pc:sldMk cId="1147672024" sldId="282"/>
        </pc:sldMkLst>
        <pc:spChg chg="mod">
          <ac:chgData name="Mayank Dwivedi" userId="5f7701758b1376d8" providerId="LiveId" clId="{F6C2D1D8-6092-4D82-9E4C-2555FD5DEE60}" dt="2026-10-16T02:14:35.178" v="1001" actId="20577"/>
          <ac:spMkLst>
            <pc:docMk/>
            <pc:sldMk cId="1147672024" sldId="282"/>
            <ac:spMk id="2" creationId="{447AD9EC-C900-3C95-5D93-D7352CBAD4C2}"/>
          </ac:spMkLst>
        </pc:spChg>
        <pc:spChg chg="mod">
          <ac:chgData name="Mayank Dwivedi" userId="5f7701758b1376d8" providerId="LiveId" clId="{F6C2D1D8-6092-4D82-9E4C-2555FD5DEE60}" dt="2026-10-16T02:15:18.941" v="1095" actId="20577"/>
          <ac:spMkLst>
            <pc:docMk/>
            <pc:sldMk cId="1147672024" sldId="282"/>
            <ac:spMk id="5" creationId="{763AE0F9-BEDA-F25A-26A7-284EF00FD68D}"/>
          </ac:spMkLst>
        </pc:spChg>
        <pc:picChg chg="del">
          <ac:chgData name="Mayank Dwivedi" userId="5f7701758b1376d8" providerId="LiveId" clId="{F6C2D1D8-6092-4D82-9E4C-2555FD5DEE60}" dt="2026-10-16T02:15:26.084" v="1096" actId="478"/>
          <ac:picMkLst>
            <pc:docMk/>
            <pc:sldMk cId="1147672024" sldId="282"/>
            <ac:picMk id="4" creationId="{0AB9E8E4-5654-8A24-6E78-B657CDB0BF29}"/>
          </ac:picMkLst>
        </pc:picChg>
        <pc:picChg chg="add mod">
          <ac:chgData name="Mayank Dwivedi" userId="5f7701758b1376d8" providerId="LiveId" clId="{F6C2D1D8-6092-4D82-9E4C-2555FD5DEE60}" dt="2026-10-16T02:15:32.188" v="1099" actId="14100"/>
          <ac:picMkLst>
            <pc:docMk/>
            <pc:sldMk cId="1147672024" sldId="282"/>
            <ac:picMk id="6" creationId="{8E94CE59-8C48-7736-F04F-4544DE8F929D}"/>
          </ac:picMkLst>
        </pc:picChg>
        <pc:picChg chg="add del">
          <ac:chgData name="Mayank Dwivedi" userId="5f7701758b1376d8" providerId="LiveId" clId="{F6C2D1D8-6092-4D82-9E4C-2555FD5DEE60}" dt="2026-10-16T02:15:54.056" v="1101" actId="478"/>
          <ac:picMkLst>
            <pc:docMk/>
            <pc:sldMk cId="1147672024" sldId="282"/>
            <ac:picMk id="8" creationId="{703CD817-23F3-BF77-40BA-86725D0957E4}"/>
          </ac:picMkLst>
        </pc:picChg>
      </pc:sldChg>
      <pc:sldChg chg="addSp delSp modSp add mod">
        <pc:chgData name="Mayank Dwivedi" userId="5f7701758b1376d8" providerId="LiveId" clId="{F6C2D1D8-6092-4D82-9E4C-2555FD5DEE60}" dt="2026-10-16T02:16:51.492" v="1159" actId="14100"/>
        <pc:sldMkLst>
          <pc:docMk/>
          <pc:sldMk cId="2103329188" sldId="283"/>
        </pc:sldMkLst>
        <pc:spChg chg="mod">
          <ac:chgData name="Mayank Dwivedi" userId="5f7701758b1376d8" providerId="LiveId" clId="{F6C2D1D8-6092-4D82-9E4C-2555FD5DEE60}" dt="2026-10-16T02:16:31.720" v="1155" actId="20577"/>
          <ac:spMkLst>
            <pc:docMk/>
            <pc:sldMk cId="2103329188" sldId="283"/>
            <ac:spMk id="2" creationId="{CE290537-971E-C619-2BAA-600FF1A33922}"/>
          </ac:spMkLst>
        </pc:spChg>
        <pc:spChg chg="del mod">
          <ac:chgData name="Mayank Dwivedi" userId="5f7701758b1376d8" providerId="LiveId" clId="{F6C2D1D8-6092-4D82-9E4C-2555FD5DEE60}" dt="2026-10-16T02:16:42.722" v="1158" actId="22"/>
          <ac:spMkLst>
            <pc:docMk/>
            <pc:sldMk cId="2103329188" sldId="283"/>
            <ac:spMk id="5" creationId="{68A1E67A-CB13-A6C5-7DC1-3C9A15FCCDD7}"/>
          </ac:spMkLst>
        </pc:spChg>
        <pc:picChg chg="add mod ord">
          <ac:chgData name="Mayank Dwivedi" userId="5f7701758b1376d8" providerId="LiveId" clId="{F6C2D1D8-6092-4D82-9E4C-2555FD5DEE60}" dt="2026-10-16T02:16:51.492" v="1159" actId="14100"/>
          <ac:picMkLst>
            <pc:docMk/>
            <pc:sldMk cId="2103329188" sldId="283"/>
            <ac:picMk id="4" creationId="{AF63FD92-E5F4-B309-9737-F0F1B4A503C4}"/>
          </ac:picMkLst>
        </pc:picChg>
        <pc:picChg chg="del">
          <ac:chgData name="Mayank Dwivedi" userId="5f7701758b1376d8" providerId="LiveId" clId="{F6C2D1D8-6092-4D82-9E4C-2555FD5DEE60}" dt="2026-10-16T02:16:33.684" v="1156" actId="478"/>
          <ac:picMkLst>
            <pc:docMk/>
            <pc:sldMk cId="2103329188" sldId="283"/>
            <ac:picMk id="6" creationId="{CA28B90C-0B3D-3BAB-40F3-9C24BC271A63}"/>
          </ac:picMkLst>
        </pc:picChg>
      </pc:sldChg>
      <pc:sldChg chg="addSp delSp add mod">
        <pc:chgData name="Mayank Dwivedi" userId="5f7701758b1376d8" providerId="LiveId" clId="{F6C2D1D8-6092-4D82-9E4C-2555FD5DEE60}" dt="2026-10-16T02:18:12.402" v="1162" actId="22"/>
        <pc:sldMkLst>
          <pc:docMk/>
          <pc:sldMk cId="3938530198" sldId="284"/>
        </pc:sldMkLst>
        <pc:picChg chg="del">
          <ac:chgData name="Mayank Dwivedi" userId="5f7701758b1376d8" providerId="LiveId" clId="{F6C2D1D8-6092-4D82-9E4C-2555FD5DEE60}" dt="2026-10-16T02:17:37.466" v="1161" actId="478"/>
          <ac:picMkLst>
            <pc:docMk/>
            <pc:sldMk cId="3938530198" sldId="284"/>
            <ac:picMk id="4" creationId="{00CC956A-9E5E-8B4D-368C-48BC4638BA8A}"/>
          </ac:picMkLst>
        </pc:picChg>
        <pc:picChg chg="add">
          <ac:chgData name="Mayank Dwivedi" userId="5f7701758b1376d8" providerId="LiveId" clId="{F6C2D1D8-6092-4D82-9E4C-2555FD5DEE60}" dt="2026-10-16T02:18:12.402" v="1162" actId="22"/>
          <ac:picMkLst>
            <pc:docMk/>
            <pc:sldMk cId="3938530198" sldId="284"/>
            <ac:picMk id="5" creationId="{B12E71FF-3DFA-88F5-4A60-BBB7CD4DE119}"/>
          </ac:picMkLst>
        </pc:picChg>
      </pc:sldChg>
      <pc:sldChg chg="addSp delSp modSp add mod">
        <pc:chgData name="Mayank Dwivedi" userId="5f7701758b1376d8" providerId="LiveId" clId="{F6C2D1D8-6092-4D82-9E4C-2555FD5DEE60}" dt="2026-10-16T02:43:06.877" v="1554" actId="14100"/>
        <pc:sldMkLst>
          <pc:docMk/>
          <pc:sldMk cId="314535511" sldId="285"/>
        </pc:sldMkLst>
        <pc:spChg chg="mod">
          <ac:chgData name="Mayank Dwivedi" userId="5f7701758b1376d8" providerId="LiveId" clId="{F6C2D1D8-6092-4D82-9E4C-2555FD5DEE60}" dt="2026-10-16T02:19:19.702" v="1171" actId="20577"/>
          <ac:spMkLst>
            <pc:docMk/>
            <pc:sldMk cId="314535511" sldId="285"/>
            <ac:spMk id="2" creationId="{370938DE-2C94-4671-9385-11EACAFAAD66}"/>
          </ac:spMkLst>
        </pc:spChg>
        <pc:spChg chg="mod">
          <ac:chgData name="Mayank Dwivedi" userId="5f7701758b1376d8" providerId="LiveId" clId="{F6C2D1D8-6092-4D82-9E4C-2555FD5DEE60}" dt="2026-10-16T02:20:51.531" v="1208" actId="20577"/>
          <ac:spMkLst>
            <pc:docMk/>
            <pc:sldMk cId="314535511" sldId="285"/>
            <ac:spMk id="5" creationId="{70460B3C-8BAE-A7C9-E0D1-187759BD92C4}"/>
          </ac:spMkLst>
        </pc:spChg>
        <pc:spChg chg="add mod">
          <ac:chgData name="Mayank Dwivedi" userId="5f7701758b1376d8" providerId="LiveId" clId="{F6C2D1D8-6092-4D82-9E4C-2555FD5DEE60}" dt="2026-10-16T02:23:21.898" v="1248" actId="1076"/>
          <ac:spMkLst>
            <pc:docMk/>
            <pc:sldMk cId="314535511" sldId="285"/>
            <ac:spMk id="8" creationId="{F01C6891-10C4-CC7A-A3D7-CE7E9B413299}"/>
          </ac:spMkLst>
        </pc:spChg>
        <pc:picChg chg="add mod">
          <ac:chgData name="Mayank Dwivedi" userId="5f7701758b1376d8" providerId="LiveId" clId="{F6C2D1D8-6092-4D82-9E4C-2555FD5DEE60}" dt="2026-10-16T02:43:06.877" v="1554" actId="14100"/>
          <ac:picMkLst>
            <pc:docMk/>
            <pc:sldMk cId="314535511" sldId="285"/>
            <ac:picMk id="4" creationId="{0B66B3A7-BFFC-59A9-572A-FB5B02E79205}"/>
          </ac:picMkLst>
        </pc:picChg>
        <pc:picChg chg="del">
          <ac:chgData name="Mayank Dwivedi" userId="5f7701758b1376d8" providerId="LiveId" clId="{F6C2D1D8-6092-4D82-9E4C-2555FD5DEE60}" dt="2026-10-16T02:19:54.116" v="1186" actId="478"/>
          <ac:picMkLst>
            <pc:docMk/>
            <pc:sldMk cId="314535511" sldId="285"/>
            <ac:picMk id="6" creationId="{2415B9BC-7497-6E62-524F-CA5F2FD314B2}"/>
          </ac:picMkLst>
        </pc:picChg>
      </pc:sldChg>
      <pc:sldChg chg="addSp delSp modSp add mod">
        <pc:chgData name="Mayank Dwivedi" userId="5f7701758b1376d8" providerId="LiveId" clId="{F6C2D1D8-6092-4D82-9E4C-2555FD5DEE60}" dt="2026-10-16T02:31:38.887" v="1442" actId="478"/>
        <pc:sldMkLst>
          <pc:docMk/>
          <pc:sldMk cId="3875180915" sldId="286"/>
        </pc:sldMkLst>
        <pc:spChg chg="mod">
          <ac:chgData name="Mayank Dwivedi" userId="5f7701758b1376d8" providerId="LiveId" clId="{F6C2D1D8-6092-4D82-9E4C-2555FD5DEE60}" dt="2026-10-16T02:26:43.037" v="1277" actId="20577"/>
          <ac:spMkLst>
            <pc:docMk/>
            <pc:sldMk cId="3875180915" sldId="286"/>
            <ac:spMk id="2" creationId="{38A969AD-D05A-15F5-189A-A8D7E2540D71}"/>
          </ac:spMkLst>
        </pc:spChg>
        <pc:spChg chg="mod">
          <ac:chgData name="Mayank Dwivedi" userId="5f7701758b1376d8" providerId="LiveId" clId="{F6C2D1D8-6092-4D82-9E4C-2555FD5DEE60}" dt="2026-10-16T02:28:26.101" v="1320" actId="1076"/>
          <ac:spMkLst>
            <pc:docMk/>
            <pc:sldMk cId="3875180915" sldId="286"/>
            <ac:spMk id="5" creationId="{77E0FDA9-F232-477A-2068-3B70FF78B0EF}"/>
          </ac:spMkLst>
        </pc:spChg>
        <pc:spChg chg="add mod">
          <ac:chgData name="Mayank Dwivedi" userId="5f7701758b1376d8" providerId="LiveId" clId="{F6C2D1D8-6092-4D82-9E4C-2555FD5DEE60}" dt="2026-10-16T02:29:21.829" v="1329" actId="20577"/>
          <ac:spMkLst>
            <pc:docMk/>
            <pc:sldMk cId="3875180915" sldId="286"/>
            <ac:spMk id="7" creationId="{2579C6EF-9939-D52E-9332-DE771B480590}"/>
          </ac:spMkLst>
        </pc:spChg>
        <pc:spChg chg="del mod">
          <ac:chgData name="Mayank Dwivedi" userId="5f7701758b1376d8" providerId="LiveId" clId="{F6C2D1D8-6092-4D82-9E4C-2555FD5DEE60}" dt="2026-10-16T02:27:22.620" v="1313" actId="478"/>
          <ac:spMkLst>
            <pc:docMk/>
            <pc:sldMk cId="3875180915" sldId="286"/>
            <ac:spMk id="8" creationId="{F08177E9-9587-27A1-1E26-B1B326B5A23B}"/>
          </ac:spMkLst>
        </pc:spChg>
        <pc:picChg chg="del">
          <ac:chgData name="Mayank Dwivedi" userId="5f7701758b1376d8" providerId="LiveId" clId="{F6C2D1D8-6092-4D82-9E4C-2555FD5DEE60}" dt="2026-10-16T02:27:15.629" v="1311" actId="478"/>
          <ac:picMkLst>
            <pc:docMk/>
            <pc:sldMk cId="3875180915" sldId="286"/>
            <ac:picMk id="4" creationId="{E44B5DAC-801A-A260-32D2-EF5146F21F4F}"/>
          </ac:picMkLst>
        </pc:picChg>
        <pc:picChg chg="add mod">
          <ac:chgData name="Mayank Dwivedi" userId="5f7701758b1376d8" providerId="LiveId" clId="{F6C2D1D8-6092-4D82-9E4C-2555FD5DEE60}" dt="2026-10-16T02:27:38.917" v="1317" actId="14100"/>
          <ac:picMkLst>
            <pc:docMk/>
            <pc:sldMk cId="3875180915" sldId="286"/>
            <ac:picMk id="6" creationId="{47BC283B-3CBE-750E-B12D-5BC2BE388C19}"/>
          </ac:picMkLst>
        </pc:picChg>
        <pc:picChg chg="add del">
          <ac:chgData name="Mayank Dwivedi" userId="5f7701758b1376d8" providerId="LiveId" clId="{F6C2D1D8-6092-4D82-9E4C-2555FD5DEE60}" dt="2026-10-16T02:31:38.887" v="1442" actId="478"/>
          <ac:picMkLst>
            <pc:docMk/>
            <pc:sldMk cId="3875180915" sldId="286"/>
            <ac:picMk id="10" creationId="{0551E3E5-3A7C-11B1-8AA0-D03D904E7428}"/>
          </ac:picMkLst>
        </pc:picChg>
      </pc:sldChg>
      <pc:sldChg chg="addSp delSp modSp add mod">
        <pc:chgData name="Mayank Dwivedi" userId="5f7701758b1376d8" providerId="LiveId" clId="{F6C2D1D8-6092-4D82-9E4C-2555FD5DEE60}" dt="2026-10-16T02:33:15.667" v="1458" actId="22"/>
        <pc:sldMkLst>
          <pc:docMk/>
          <pc:sldMk cId="3909239171" sldId="287"/>
        </pc:sldMkLst>
        <pc:spChg chg="mod">
          <ac:chgData name="Mayank Dwivedi" userId="5f7701758b1376d8" providerId="LiveId" clId="{F6C2D1D8-6092-4D82-9E4C-2555FD5DEE60}" dt="2026-10-16T02:30:34.504" v="1355" actId="20577"/>
          <ac:spMkLst>
            <pc:docMk/>
            <pc:sldMk cId="3909239171" sldId="287"/>
            <ac:spMk id="2" creationId="{85872EF1-D072-A592-A8D9-7C6344B0F36B}"/>
          </ac:spMkLst>
        </pc:spChg>
        <pc:spChg chg="mod">
          <ac:chgData name="Mayank Dwivedi" userId="5f7701758b1376d8" providerId="LiveId" clId="{F6C2D1D8-6092-4D82-9E4C-2555FD5DEE60}" dt="2026-10-16T02:32:02.429" v="1451" actId="20577"/>
          <ac:spMkLst>
            <pc:docMk/>
            <pc:sldMk cId="3909239171" sldId="287"/>
            <ac:spMk id="5" creationId="{E06C7EE5-FDB8-3359-4A8C-D64E5BF0CC9F}"/>
          </ac:spMkLst>
        </pc:spChg>
        <pc:spChg chg="del mod">
          <ac:chgData name="Mayank Dwivedi" userId="5f7701758b1376d8" providerId="LiveId" clId="{F6C2D1D8-6092-4D82-9E4C-2555FD5DEE60}" dt="2026-10-16T02:31:52.455" v="1446" actId="478"/>
          <ac:spMkLst>
            <pc:docMk/>
            <pc:sldMk cId="3909239171" sldId="287"/>
            <ac:spMk id="7" creationId="{D22F18F2-F7C7-339B-9531-968C12E755A3}"/>
          </ac:spMkLst>
        </pc:spChg>
        <pc:picChg chg="add mod">
          <ac:chgData name="Mayank Dwivedi" userId="5f7701758b1376d8" providerId="LiveId" clId="{F6C2D1D8-6092-4D82-9E4C-2555FD5DEE60}" dt="2026-10-16T02:32:17.246" v="1454" actId="1076"/>
          <ac:picMkLst>
            <pc:docMk/>
            <pc:sldMk cId="3909239171" sldId="287"/>
            <ac:picMk id="4" creationId="{CA7E3264-7EDD-A2D0-2189-C56800341A2E}"/>
          </ac:picMkLst>
        </pc:picChg>
        <pc:picChg chg="del">
          <ac:chgData name="Mayank Dwivedi" userId="5f7701758b1376d8" providerId="LiveId" clId="{F6C2D1D8-6092-4D82-9E4C-2555FD5DEE60}" dt="2026-10-16T02:31:33.440" v="1441" actId="478"/>
          <ac:picMkLst>
            <pc:docMk/>
            <pc:sldMk cId="3909239171" sldId="287"/>
            <ac:picMk id="6" creationId="{670DD323-2C2D-BA83-036F-0DCC9BBEC662}"/>
          </ac:picMkLst>
        </pc:picChg>
        <pc:picChg chg="add del">
          <ac:chgData name="Mayank Dwivedi" userId="5f7701758b1376d8" providerId="LiveId" clId="{F6C2D1D8-6092-4D82-9E4C-2555FD5DEE60}" dt="2026-10-16T02:33:15.667" v="1458" actId="22"/>
          <ac:picMkLst>
            <pc:docMk/>
            <pc:sldMk cId="3909239171" sldId="287"/>
            <ac:picMk id="9" creationId="{E919B9DC-50C3-0450-E833-D49282812C9C}"/>
          </ac:picMkLst>
        </pc:picChg>
        <pc:picChg chg="del">
          <ac:chgData name="Mayank Dwivedi" userId="5f7701758b1376d8" providerId="LiveId" clId="{F6C2D1D8-6092-4D82-9E4C-2555FD5DEE60}" dt="2026-10-16T02:31:31.348" v="1440" actId="478"/>
          <ac:picMkLst>
            <pc:docMk/>
            <pc:sldMk cId="3909239171" sldId="287"/>
            <ac:picMk id="10" creationId="{0E804A11-6878-4161-A533-6F2D47E6B188}"/>
          </ac:picMkLst>
        </pc:picChg>
      </pc:sldChg>
      <pc:sldChg chg="addSp delSp add mod">
        <pc:chgData name="Mayank Dwivedi" userId="5f7701758b1376d8" providerId="LiveId" clId="{F6C2D1D8-6092-4D82-9E4C-2555FD5DEE60}" dt="2026-10-16T02:35:48.060" v="1502" actId="22"/>
        <pc:sldMkLst>
          <pc:docMk/>
          <pc:sldMk cId="2845923669" sldId="288"/>
        </pc:sldMkLst>
        <pc:picChg chg="add del">
          <ac:chgData name="Mayank Dwivedi" userId="5f7701758b1376d8" providerId="LiveId" clId="{F6C2D1D8-6092-4D82-9E4C-2555FD5DEE60}" dt="2026-10-16T02:35:47.089" v="1501" actId="478"/>
          <ac:picMkLst>
            <pc:docMk/>
            <pc:sldMk cId="2845923669" sldId="288"/>
            <ac:picMk id="4" creationId="{782A2CA3-1D50-C84D-1C93-9CE154F7C090}"/>
          </ac:picMkLst>
        </pc:picChg>
        <pc:picChg chg="del">
          <ac:chgData name="Mayank Dwivedi" userId="5f7701758b1376d8" providerId="LiveId" clId="{F6C2D1D8-6092-4D82-9E4C-2555FD5DEE60}" dt="2026-10-16T02:32:45.272" v="1456" actId="478"/>
          <ac:picMkLst>
            <pc:docMk/>
            <pc:sldMk cId="2845923669" sldId="288"/>
            <ac:picMk id="5" creationId="{E9C74BFF-449E-D215-FCEA-B4B91346F327}"/>
          </ac:picMkLst>
        </pc:picChg>
        <pc:picChg chg="add">
          <ac:chgData name="Mayank Dwivedi" userId="5f7701758b1376d8" providerId="LiveId" clId="{F6C2D1D8-6092-4D82-9E4C-2555FD5DEE60}" dt="2026-10-16T02:35:48.060" v="1502" actId="22"/>
          <ac:picMkLst>
            <pc:docMk/>
            <pc:sldMk cId="2845923669" sldId="288"/>
            <ac:picMk id="7" creationId="{E74AEEDA-93FF-CB6C-5667-132AA52D5D04}"/>
          </ac:picMkLst>
        </pc:picChg>
      </pc:sldChg>
      <pc:sldChg chg="addSp delSp modSp add mod">
        <pc:chgData name="Mayank Dwivedi" userId="5f7701758b1376d8" providerId="LiveId" clId="{F6C2D1D8-6092-4D82-9E4C-2555FD5DEE60}" dt="2026-10-16T02:43:21.276" v="1555" actId="478"/>
        <pc:sldMkLst>
          <pc:docMk/>
          <pc:sldMk cId="1437037662" sldId="289"/>
        </pc:sldMkLst>
        <pc:spChg chg="mod">
          <ac:chgData name="Mayank Dwivedi" userId="5f7701758b1376d8" providerId="LiveId" clId="{F6C2D1D8-6092-4D82-9E4C-2555FD5DEE60}" dt="2026-10-16T02:33:30.495" v="1475" actId="20577"/>
          <ac:spMkLst>
            <pc:docMk/>
            <pc:sldMk cId="1437037662" sldId="289"/>
            <ac:spMk id="2" creationId="{02E7D66C-4E6C-3267-5EC9-706646389637}"/>
          </ac:spMkLst>
        </pc:spChg>
        <pc:spChg chg="del mod">
          <ac:chgData name="Mayank Dwivedi" userId="5f7701758b1376d8" providerId="LiveId" clId="{F6C2D1D8-6092-4D82-9E4C-2555FD5DEE60}" dt="2026-10-16T02:43:21.276" v="1555" actId="478"/>
          <ac:spMkLst>
            <pc:docMk/>
            <pc:sldMk cId="1437037662" sldId="289"/>
            <ac:spMk id="5" creationId="{8A675D11-6BF8-507B-0103-5EDC23318CBB}"/>
          </ac:spMkLst>
        </pc:spChg>
        <pc:picChg chg="del">
          <ac:chgData name="Mayank Dwivedi" userId="5f7701758b1376d8" providerId="LiveId" clId="{F6C2D1D8-6092-4D82-9E4C-2555FD5DEE60}" dt="2026-10-16T02:33:33.416" v="1476" actId="478"/>
          <ac:picMkLst>
            <pc:docMk/>
            <pc:sldMk cId="1437037662" sldId="289"/>
            <ac:picMk id="4" creationId="{B7819582-1ADF-8EAC-4B1D-AF97CC8AD1C2}"/>
          </ac:picMkLst>
        </pc:picChg>
        <pc:picChg chg="add mod">
          <ac:chgData name="Mayank Dwivedi" userId="5f7701758b1376d8" providerId="LiveId" clId="{F6C2D1D8-6092-4D82-9E4C-2555FD5DEE60}" dt="2026-10-16T02:34:40.172" v="1490" actId="14100"/>
          <ac:picMkLst>
            <pc:docMk/>
            <pc:sldMk cId="1437037662" sldId="289"/>
            <ac:picMk id="6" creationId="{E2B9809C-92BF-3954-E05A-D85007037E65}"/>
          </ac:picMkLst>
        </pc:picChg>
      </pc:sldChg>
      <pc:sldChg chg="modSp add mod">
        <pc:chgData name="Mayank Dwivedi" userId="5f7701758b1376d8" providerId="LiveId" clId="{F6C2D1D8-6092-4D82-9E4C-2555FD5DEE60}" dt="2026-10-16T02:38:01.757" v="1544" actId="14100"/>
        <pc:sldMkLst>
          <pc:docMk/>
          <pc:sldMk cId="1067936204" sldId="290"/>
        </pc:sldMkLst>
        <pc:spChg chg="mod">
          <ac:chgData name="Mayank Dwivedi" userId="5f7701758b1376d8" providerId="LiveId" clId="{F6C2D1D8-6092-4D82-9E4C-2555FD5DEE60}" dt="2026-10-16T02:36:20.882" v="1513" actId="20577"/>
          <ac:spMkLst>
            <pc:docMk/>
            <pc:sldMk cId="1067936204" sldId="290"/>
            <ac:spMk id="2" creationId="{CBE8BED2-F432-3EC8-133E-A246DF5EFE36}"/>
          </ac:spMkLst>
        </pc:spChg>
        <pc:spChg chg="mod">
          <ac:chgData name="Mayank Dwivedi" userId="5f7701758b1376d8" providerId="LiveId" clId="{F6C2D1D8-6092-4D82-9E4C-2555FD5DEE60}" dt="2026-10-16T02:38:01.757" v="1544" actId="14100"/>
          <ac:spMkLst>
            <pc:docMk/>
            <pc:sldMk cId="1067936204" sldId="290"/>
            <ac:spMk id="3" creationId="{13B282D7-5F59-1F0A-1D2F-3CA3E6A751B7}"/>
          </ac:spMkLst>
        </pc:spChg>
      </pc:sldChg>
      <pc:sldChg chg="add">
        <pc:chgData name="Mayank Dwivedi" userId="5f7701758b1376d8" providerId="LiveId" clId="{F6C2D1D8-6092-4D82-9E4C-2555FD5DEE60}" dt="2026-10-16T02:41:07.620" v="1550"/>
        <pc:sldMkLst>
          <pc:docMk/>
          <pc:sldMk cId="791963412" sldId="291"/>
        </pc:sldMkLst>
      </pc:sldChg>
      <pc:sldMasterChg chg="modSldLayout">
        <pc:chgData name="Mayank Dwivedi" userId="5f7701758b1376d8" providerId="LiveId" clId="{F6C2D1D8-6092-4D82-9E4C-2555FD5DEE60}" dt="2026-10-12T02:40:50.071" v="7"/>
        <pc:sldMasterMkLst>
          <pc:docMk/>
          <pc:sldMasterMk cId="3502112366" sldId="2147483744"/>
        </pc:sldMasterMkLst>
        <pc:sldLayoutChg chg="delSp">
          <pc:chgData name="Mayank Dwivedi" userId="5f7701758b1376d8" providerId="LiveId" clId="{F6C2D1D8-6092-4D82-9E4C-2555FD5DEE60}" dt="2026-10-12T02:40:50.071" v="7"/>
          <pc:sldLayoutMkLst>
            <pc:docMk/>
            <pc:sldMasterMk cId="3502112366" sldId="2147483730"/>
            <pc:sldLayoutMk cId="1413625571" sldId="214748374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950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presentation is a study of the </a:t>
            </a:r>
            <a:r>
              <a:rPr err="1"/>
              <a:t>PlantTraitNet</a:t>
            </a:r>
            <a:r>
              <a:t> paper, not a claim of authorship. Unless otherwise noted, references refer to this paper and the sources cited within it.</a:t>
            </a:r>
          </a:p>
          <a:p>
            <a:r>
              <a:t>[Sources]</a:t>
            </a:r>
          </a:p>
          <a:p>
            <a:r>
              <a:t>https://</a:t>
            </a:r>
            <a:r>
              <a:rPr err="1"/>
              <a:t>ojs.aaai.org</a:t>
            </a:r>
            <a:r>
              <a:t>/</a:t>
            </a:r>
            <a:r>
              <a:rPr err="1"/>
              <a:t>index.php</a:t>
            </a:r>
            <a:r>
              <a:t>/AAAI/article/view/41272</a:t>
            </a:r>
          </a:p>
          <a:p>
            <a:r>
              <a:t>Title, author attribution and AAAI-26 publication verified against the official AAAI article page.</a:t>
            </a:r>
          </a:p>
          <a:p>
            <a:r>
              <a:t>[/Sources]</a:t>
            </a:r>
          </a:p>
          <a:p>
            <a:r>
              <a:rPr lang="en-US"/>
              <a:t>Cover image: AI-generated conceptual woodland and plant scene. Caption: Explore Nature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013102-44F1-4157-9153-6DECEEB8FC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09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D4E5D-3171-7001-6524-E6A7E5E8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494C3-F9DD-5FE5-0A48-B713696D7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D6C89-57AE-23AD-7EA6-B3E76676D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4FAE0-8723-E4C5-1FD7-6B83C7CE2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013102-44F1-4157-9153-6DECEEB8FC6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52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DE7E-8226-5609-5E62-2B3C1CD9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C9C9B-7524-CB12-BA37-C0DB21338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886B2-0439-FEBF-1006-122E3F3B0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63813-9FD1-353D-2C0B-727F8064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949-FB6B-774D-A76D-2A648885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85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49555-D7F5-2B3E-999E-BEFF1B8A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99F9C-7DE2-F4E1-36CD-EE1DD5FB2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56441-9AB0-3CAC-A074-8A547F813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E32BC-196D-6951-139C-2D9CD2F33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97CC7-1C38-2D5A-8BF4-52C73B2AF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3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71F3E-707E-A398-E9A6-35EFE907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FDB1A-3627-91FF-B3F3-DB01CBF1F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AAAAC-064E-75DA-84E8-71E5CAA24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6AD12-8EB4-733B-52DD-50D87B3F1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F2ACB-23FB-C254-4D20-B47F422C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9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D812-00F7-EB1B-4D66-B358FE83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4EFA8-D8CC-F6AA-2203-E225C2552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E50C5-1224-1CF2-406D-69A0FA5BE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75369-B75A-D4BF-6865-3E47C0F1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2CB45-85E9-B485-E8F6-3F956FC21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837C4-DFA3-39B2-7713-A776720A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64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8B609-EC0F-C2BE-49CF-33BD8B590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B612B-EADD-1795-224B-FF0E97FBC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E9A74-E351-01C5-FDCE-10D5A1033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7EE7A-4363-408E-9A92-154F6ADDB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0D7B9-8044-45F8-8772-326045781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E54230-C1FD-55E6-8A78-01970662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7C213-2632-8366-7C21-E25105609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F4C21E-B16D-D9FB-9172-52FF4F7B2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9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809A5-AB75-E953-9DB3-3A6570BF3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52F9D-4B46-1DDA-02B8-59FAF7A79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4B95D-FBBE-7F5C-0519-2CAEE60C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3321C-913E-38A5-3FF5-9B8A1F7F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2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42E337-9485-2BC7-DD61-0E0B3045F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24C66-F6AA-4C8B-0A49-0AF0A67A2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D8323-0D2F-DBFE-51E3-13260818B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46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D319-FD95-0876-EA39-8F4D2B049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8E8BC-9157-41B8-933F-0FCBFAB31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32139-9B72-DAE5-6CEE-E5B273183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91CEF-F432-4DC7-2BCB-7435A972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07D7E-52A5-85FE-308A-18DEA86EC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7E525-1640-8A78-62DF-C7A96231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00D36-2984-0724-8AAA-63B6ABE7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E1E93F-8C77-7036-9716-556014D1DB3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66A6F-1C31-D9E9-54A7-A716F689A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B02D4-3F02-EFA1-9DB7-6D34FAC3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4D103-2537-D658-5E48-966534EEA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46957-C5C1-079F-50A0-2434102C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23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DDEC-9D3B-D6FD-B16E-31BFB446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B9703-8D56-27F0-15DA-95E152AE0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744E7-5EF0-ED75-4019-61E12CFBC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AC879-340B-679C-2C7F-C145FEFEC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D5415-1AD9-CE59-A330-614252BCC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6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158194-32B4-C8F3-14F8-9558A944DA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E2848-95F6-D0F0-E123-F169929DA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720C3-F8B2-7E25-747A-2E6424BCE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AEDF1-CFE9-2629-09AE-D52274CC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C07F3-15E0-3786-43F2-735AC87D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58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8900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3625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DAD28-D018-9DE5-655C-7BAB4670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E339E-B519-BF34-CA0E-BE4AF2918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E3025-4A55-BCE5-13BC-2B0A755EE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5142C-02E4-4075-BF38-1D1F7CFE0D4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F722D-5BBA-7868-6114-FE63C8758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7DB4-4C01-5F97-0CDA-FFFD6F656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91BAD0-0CD7-45C3-8721-F06BD3B4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1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js.aaai.org/index.php/AAAI/article/view/4127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bif.org/dataset/50c9509d-22c7-4a22-a47d-8c48425ef4a7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full/10.1111/gcb.14904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10.1111/geb.13346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inov2.metademolab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emf"/><Relationship Id="rId5" Type="http://schemas.openxmlformats.org/officeDocument/2006/relationships/hyperlink" Target="https://arxiv.org/abs/2504.05089" TargetMode="External"/><Relationship Id="rId4" Type="http://schemas.openxmlformats.org/officeDocument/2006/relationships/hyperlink" Target="https://github.com/DepthAnything/Depth-Anything-V2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457200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chemeClr val="tx1"/>
                </a:solidFill>
                <a:latin typeface="+mn-lt"/>
              </a:rPr>
              <a:t>RESEARCH PAPER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60120"/>
            <a:ext cx="7223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chemeClr val="tx1"/>
                </a:solidFill>
                <a:latin typeface="+mn-lt"/>
              </a:rPr>
              <a:t>PlantTraitNet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847088"/>
            <a:ext cx="7223760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chemeClr val="tx1"/>
                </a:solidFill>
                <a:latin typeface="+mn-lt"/>
              </a:rPr>
              <a:t>An Uncertainty-Aware Multimodal Framework for</a:t>
            </a:r>
            <a:r>
              <a:rPr lang="en-US"/>
              <a:t> </a:t>
            </a:r>
            <a:r>
              <a:rPr sz="2800" b="1">
                <a:solidFill>
                  <a:schemeClr val="tx1"/>
                </a:solidFill>
                <a:latin typeface="+mn-lt"/>
              </a:rPr>
              <a:t>Global-Scale Plant Trait Inference from Citizen Science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520440"/>
            <a:ext cx="722376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chemeClr val="tx1"/>
                </a:solidFill>
                <a:latin typeface="+mn-lt"/>
              </a:rPr>
              <a:t>Research paper accepted at the 40th AAAI Conference</a:t>
            </a:r>
            <a:r>
              <a:rPr lang="en-US"/>
              <a:t> </a:t>
            </a:r>
            <a:r>
              <a:rPr sz="2200" b="0">
                <a:solidFill>
                  <a:schemeClr val="tx1"/>
                </a:solidFill>
                <a:latin typeface="+mn-lt"/>
              </a:rPr>
              <a:t>on Artificial Intelligence (AAAI-26)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4489704"/>
            <a:ext cx="7223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chemeClr val="tx1"/>
                </a:solidFill>
                <a:latin typeface="+mn-lt"/>
                <a:hlinkClick r:id="rId3"/>
              </a:rPr>
              <a:t>https://ojs.aaai.org/index.php/AAAI/article/view/41272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5567363"/>
            <a:ext cx="72237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chemeClr val="tx1"/>
                </a:solidFill>
                <a:latin typeface="+mn-lt"/>
              </a:rPr>
              <a:t>This presentation studies the paper. Unless otherwise noted, all references</a:t>
            </a:r>
            <a:r>
              <a:rPr lang="en-US"/>
              <a:t> </a:t>
            </a:r>
            <a:r>
              <a:rPr sz="1800" b="0">
                <a:solidFill>
                  <a:schemeClr val="tx1"/>
                </a:solidFill>
                <a:latin typeface="+mn-lt"/>
              </a:rPr>
              <a:t>refer to this paper and the sources cited within it.</a:t>
            </a:r>
          </a:p>
        </p:txBody>
      </p:sp>
      <p:pic>
        <p:nvPicPr>
          <p:cNvPr id="9" name="Picture 8" descr="AI-generated botanical woodland scene with ferns, broadleaf plants and a sunlit forest trail."/>
          <p:cNvPicPr>
            <a:picLocks noChangeAspect="1"/>
          </p:cNvPicPr>
          <p:nvPr/>
        </p:nvPicPr>
        <p:blipFill>
          <a:blip r:embed="rId4"/>
          <a:srcRect l="6667" r="6667"/>
          <a:stretch>
            <a:fillRect/>
          </a:stretch>
        </p:blipFill>
        <p:spPr>
          <a:xfrm>
            <a:off x="8229600" y="0"/>
            <a:ext cx="39624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42376" y="5567363"/>
            <a:ext cx="324612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1600" b="1">
                <a:solidFill>
                  <a:srgbClr val="FFFFFF"/>
                </a:solidFill>
                <a:latin typeface="+mn-lt"/>
              </a:rPr>
              <a:t>Created by: Mayank Dwivedi</a:t>
            </a:r>
          </a:p>
          <a:p>
            <a:r>
              <a:rPr lang="pt-BR" sz="1600" b="1">
                <a:solidFill>
                  <a:srgbClr val="FFFFFF"/>
                </a:solidFill>
              </a:rPr>
              <a:t>Date : 10/16/2026</a:t>
            </a:r>
            <a:endParaRPr sz="1600" b="1">
              <a:solidFill>
                <a:srgbClr val="FFFFFF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660C-43BC-CB67-2BDE-EC820FA06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D668-78EF-4E6D-0A08-E744A9619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288505" cy="1498677"/>
          </a:xfrm>
        </p:spPr>
        <p:txBody>
          <a:bodyPr>
            <a:normAutofit fontScale="90000"/>
          </a:bodyPr>
          <a:lstStyle/>
          <a:p>
            <a:r>
              <a:rPr lang="en-US" sz="3600" b="1"/>
              <a:t>PlantTraitNet: An Uncertainty-Aware Multimodal Framework for Global-Scale</a:t>
            </a:r>
            <a:br>
              <a:rPr lang="en-US" sz="3600" b="1"/>
            </a:br>
            <a:r>
              <a:rPr lang="en-US" sz="3600" b="1"/>
              <a:t>Plant Trait Inference from Citizen Science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6ECA5-1357-DE63-809F-B33B07692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977" y="2840636"/>
            <a:ext cx="10976045" cy="356152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/>
              <a:t>Plant traits talks about Plant.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/>
              <a:t>What is difference between Oak and Maple Tree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/>
              <a:t>The main difference involve their leaves, </a:t>
            </a:r>
          </a:p>
          <a:p>
            <a:pPr marL="0" indent="0" algn="just">
              <a:buNone/>
            </a:pPr>
            <a:r>
              <a:rPr lang="en-US" sz="2000"/>
              <a:t>      branching patterns, seeds, and bark</a:t>
            </a:r>
          </a:p>
          <a:p>
            <a:endParaRPr lang="en-US" sz="1600"/>
          </a:p>
          <a:p>
            <a:endParaRPr lang="en-US" sz="1600"/>
          </a:p>
          <a:p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13EC56-1CF9-AC33-AD15-9D92FA311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686" y="2854953"/>
            <a:ext cx="2638444" cy="2990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8EDC4D-9B48-2CC4-F4D5-F962780F6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747" y="2854953"/>
            <a:ext cx="2590819" cy="303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9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A1663-267D-F816-B6E7-4D8B57D3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AE94-445A-13AC-21D0-28EC90D54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483377" cy="1858441"/>
          </a:xfrm>
        </p:spPr>
        <p:txBody>
          <a:bodyPr>
            <a:normAutofit/>
          </a:bodyPr>
          <a:lstStyle/>
          <a:p>
            <a:r>
              <a:rPr lang="en-US" sz="3600" b="1"/>
              <a:t>PlantTraitNet: An Uncertainty-Aware Multimodal Framework for Global-Scale</a:t>
            </a:r>
            <a:br>
              <a:rPr lang="en-US" sz="3600" b="1"/>
            </a:br>
            <a:r>
              <a:rPr lang="en-US" sz="3600" b="1"/>
              <a:t>Plant Trait Inference from Citizen Science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8BFF1-7187-B44F-44DE-C8C3A903E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977" y="2719011"/>
            <a:ext cx="11144312" cy="353938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The traits such as plant height, leaf shape-area, nitrogen level are essential for understanding the ecosystem processes.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Challenge – Gathering these traits are cost intensive and sparse geographic coverage is labor intensive and time consuming.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Idea – Citizen Science initiatives offer a largely untapped resources to overcome these limitations. With over 50 million geotagged plant photograph worldwide capturing valuable visual information about plant morphology and physiology.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Paper Introduces PlantTraitNet – A multimodal multitask, uncertainty aware deep learning framework that predicts four key characteristics or traits of plant – plant height, leaf area, specific leaf area, and nitrogen content. </a:t>
            </a:r>
          </a:p>
        </p:txBody>
      </p:sp>
    </p:spTree>
    <p:extLst>
      <p:ext uri="{BB962C8B-B14F-4D97-AF65-F5344CB8AC3E}">
        <p14:creationId xmlns:p14="http://schemas.microsoft.com/office/powerpoint/2010/main" val="2730067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16FCD-BBA1-544C-3E3E-927F1F39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02C9-0499-5961-D3E0-79C98FED6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483377" cy="1858441"/>
          </a:xfrm>
        </p:spPr>
        <p:txBody>
          <a:bodyPr>
            <a:normAutofit/>
          </a:bodyPr>
          <a:lstStyle/>
          <a:p>
            <a:r>
              <a:rPr lang="en-US" sz="3600" b="1"/>
              <a:t>Agenda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7E869A-DA65-86E2-A327-9297574A4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160" y="2590427"/>
            <a:ext cx="10791904" cy="205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910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A4EC0-CB83-336A-178E-98290C372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FF5AD-8CB8-C9CD-DE21-03C6F5BF8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243631"/>
            <a:ext cx="11483377" cy="1153214"/>
          </a:xfrm>
        </p:spPr>
        <p:txBody>
          <a:bodyPr>
            <a:normAutofit/>
          </a:bodyPr>
          <a:lstStyle/>
          <a:p>
            <a:r>
              <a:rPr lang="en-US" sz="3600" b="1"/>
              <a:t>Motivation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750C39-0F49-6B05-2980-68D33100A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9" y="1145557"/>
            <a:ext cx="10687128" cy="528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8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34407-29C1-C04F-E5AF-F303784C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B5F5-E98F-BC81-4D0B-B26116B8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483377" cy="1858441"/>
          </a:xfrm>
        </p:spPr>
        <p:txBody>
          <a:bodyPr>
            <a:normAutofit/>
          </a:bodyPr>
          <a:lstStyle/>
          <a:p>
            <a:r>
              <a:rPr lang="en-US" sz="3600" b="1"/>
              <a:t>PlantTraitNet: An Uncertainty-Aware Multimodal Framework for Global-Scale</a:t>
            </a:r>
            <a:br>
              <a:rPr lang="en-US" sz="3600" b="1"/>
            </a:br>
            <a:r>
              <a:rPr lang="en-US" sz="3600" b="1"/>
              <a:t>Plant Trait Inference from Citizen Science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2ED49-EC68-29E9-028F-EB4388D6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977" y="2719011"/>
            <a:ext cx="11144312" cy="353938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The traits such as plant height, leaf shape-area, nitrogen level are essential for understanding the ecosystem processes.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Challenge – Gathering these traits are cost intensive and sparse geographic coverage is labor intensive and time consuming.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Idea – Citizen Science initiatives offer a largely untapped resources to overcome these limitations. With over 50 million geotagged plant photograph worldwide capturing valuable visual information about plant morphology and physiology.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Paper Introduces PlantTraitNet – A multimodal multitask, uncertainty aware deep learning framework that predicts four key characteristics or traits of plant – plant height, leaf area, specific leaf area, and nitrogen content. </a:t>
            </a:r>
          </a:p>
        </p:txBody>
      </p:sp>
    </p:spTree>
    <p:extLst>
      <p:ext uri="{BB962C8B-B14F-4D97-AF65-F5344CB8AC3E}">
        <p14:creationId xmlns:p14="http://schemas.microsoft.com/office/powerpoint/2010/main" val="791963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3BC1-E3B5-472C-8561-68A1B8DC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What is PlantTraitNet?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4C386-0ED6-BDE1-4451-7AAFFF73E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51" y="2109306"/>
            <a:ext cx="10983804" cy="4442759"/>
          </a:xfrm>
        </p:spPr>
        <p:txBody>
          <a:bodyPr>
            <a:normAutofit/>
          </a:bodyPr>
          <a:lstStyle/>
          <a:p>
            <a:pPr marL="685800" lvl="1" indent="-457200">
              <a:buFont typeface="+mj-lt"/>
              <a:buAutoNum type="arabicPeriod"/>
            </a:pPr>
            <a:r>
              <a:rPr lang="en-US" sz="2000"/>
              <a:t>A multi-modal, multitask uncertainty-aware deep learning framework that predicts four key plant traits (plant height, leaf area, specific leaf area, and nitrogen content) from citizen science photos using weak supervision. 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sz="2000"/>
              <a:t>By aggregating individual traits predictions across space, we generate global map of trait distribution and then validate these maps against independent vegetation survey data (</a:t>
            </a:r>
            <a:r>
              <a:rPr lang="en-US" sz="2000" err="1"/>
              <a:t>sPlotOpen</a:t>
            </a:r>
            <a:r>
              <a:rPr lang="en-US" sz="2000"/>
              <a:t>) and benchmark them against leading global trait products.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sz="2000"/>
              <a:t>Result showed PlantTraitNet outperforms existing trait map across all evaluation traits, demonstrating that citizen Imagery when integration with computer vision and geospatial AI – Not only the scalable but also more accurate global trait mapping. 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sz="2000"/>
              <a:t>This approach offers a new powerful pathway for ecological research and Earth System Modeling. </a:t>
            </a:r>
          </a:p>
        </p:txBody>
      </p:sp>
    </p:spTree>
    <p:extLst>
      <p:ext uri="{BB962C8B-B14F-4D97-AF65-F5344CB8AC3E}">
        <p14:creationId xmlns:p14="http://schemas.microsoft.com/office/powerpoint/2010/main" val="2952849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BAED-3088-7608-56A2-C4E60390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D22D-A657-14E0-7012-540B19358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483377" cy="1858441"/>
          </a:xfrm>
        </p:spPr>
        <p:txBody>
          <a:bodyPr>
            <a:normAutofit/>
          </a:bodyPr>
          <a:lstStyle/>
          <a:p>
            <a:r>
              <a:rPr lang="en-US" sz="3600" b="1"/>
              <a:t>Agenda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2272F66-E5FD-8A16-2F65-FE615F4D7A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127" y="2592828"/>
            <a:ext cx="10830004" cy="209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8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762D2-7A06-1522-C7AA-9E65B547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E0B1A-314B-40EB-F38A-B18777057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243631"/>
            <a:ext cx="11483377" cy="1153214"/>
          </a:xfrm>
        </p:spPr>
        <p:txBody>
          <a:bodyPr>
            <a:normAutofit/>
          </a:bodyPr>
          <a:lstStyle/>
          <a:p>
            <a:r>
              <a:rPr lang="en-US" sz="3600" b="1"/>
              <a:t>Data Based on Citizen Science Contributions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40E967-3290-D3B2-F56C-C0290CEA2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09" y="1147745"/>
            <a:ext cx="9727514" cy="474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19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C45F8-ABDB-2F24-1141-9F6DE25F1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C4F9E-50A7-1B7A-E303-EC3C4140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243631"/>
            <a:ext cx="11483377" cy="1153214"/>
          </a:xfrm>
        </p:spPr>
        <p:txBody>
          <a:bodyPr>
            <a:normAutofit/>
          </a:bodyPr>
          <a:lstStyle/>
          <a:p>
            <a:r>
              <a:rPr lang="en-US" sz="3600" b="1"/>
              <a:t>Data Based on Citizen Science Contributions 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9B67F1-6FE6-88B1-A7E0-77ADEAAC2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25" y="1157271"/>
            <a:ext cx="10201350" cy="4543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1CF9BE-CF0D-6D92-EC2B-2389135FD92E}"/>
              </a:ext>
            </a:extLst>
          </p:cNvPr>
          <p:cNvSpPr txBox="1"/>
          <p:nvPr/>
        </p:nvSpPr>
        <p:spPr>
          <a:xfrm>
            <a:off x="995325" y="5883638"/>
            <a:ext cx="60950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baseline="0">
                <a:solidFill>
                  <a:srgbClr val="595959"/>
                </a:solidFill>
                <a:latin typeface="ArialMT"/>
              </a:rPr>
              <a:t>Reference: </a:t>
            </a:r>
            <a:r>
              <a:rPr lang="en-US" sz="1600" b="0" i="0" u="none" strike="noStrike" baseline="0">
                <a:solidFill>
                  <a:srgbClr val="1C4588"/>
                </a:solidFill>
                <a:latin typeface="ArialMT"/>
                <a:hlinkClick r:id="rId3"/>
              </a:rPr>
              <a:t>GBIF - </a:t>
            </a:r>
            <a:r>
              <a:rPr lang="en-US" sz="1600" b="0" i="0" u="none" strike="noStrike" baseline="0">
                <a:solidFill>
                  <a:srgbClr val="1C4588"/>
                </a:solidFill>
                <a:latin typeface="Roboto-Regular"/>
                <a:hlinkClick r:id="rId3"/>
              </a:rPr>
              <a:t>iNaturalist Research-grade Observations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294860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54613-DF92-7350-A88E-20C932E64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C9BF-B8F9-617D-21F7-F5F4FC831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243631"/>
            <a:ext cx="11483377" cy="1153214"/>
          </a:xfrm>
        </p:spPr>
        <p:txBody>
          <a:bodyPr>
            <a:normAutofit/>
          </a:bodyPr>
          <a:lstStyle/>
          <a:p>
            <a:r>
              <a:rPr lang="en-US" sz="3600" b="1"/>
              <a:t>TRY Database : Plant Trait Data 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252690-5371-0028-0005-DEC7C3CD1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55" y="1058118"/>
            <a:ext cx="9733604" cy="42936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41BB3B-ED29-9D97-FC2A-A5E2D12E37E0}"/>
              </a:ext>
            </a:extLst>
          </p:cNvPr>
          <p:cNvSpPr txBox="1"/>
          <p:nvPr/>
        </p:nvSpPr>
        <p:spPr>
          <a:xfrm>
            <a:off x="1174947" y="5994432"/>
            <a:ext cx="60972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baseline="0">
                <a:solidFill>
                  <a:srgbClr val="595959"/>
                </a:solidFill>
                <a:latin typeface="ArialMT"/>
              </a:rPr>
              <a:t>Reference: </a:t>
            </a:r>
            <a:r>
              <a:rPr lang="en-US" sz="1200" b="0" i="0" u="none" strike="noStrike" baseline="0">
                <a:solidFill>
                  <a:srgbClr val="1C4588"/>
                </a:solidFill>
                <a:latin typeface="ArialMT"/>
                <a:hlinkClick r:id="rId3"/>
              </a:rPr>
              <a:t>TRY—A plant trait database of databases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11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849A8-38E0-68E8-3AE7-2D64DB02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13A28-4B4E-7110-8B93-45CCBAD1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243631"/>
            <a:ext cx="11483377" cy="1153214"/>
          </a:xfrm>
        </p:spPr>
        <p:txBody>
          <a:bodyPr>
            <a:normAutofit/>
          </a:bodyPr>
          <a:lstStyle/>
          <a:p>
            <a:r>
              <a:rPr lang="en-US" sz="3600" b="1"/>
              <a:t>Weak Annotation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25557A-83A4-38DA-6F3B-321A3FB72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98" y="1319197"/>
            <a:ext cx="10753804" cy="421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69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2FBC-4B23-D6A2-1A67-E233B5EB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C5D5D-5BA8-1B76-04B4-C86C87BD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243631"/>
            <a:ext cx="11483377" cy="1153214"/>
          </a:xfrm>
        </p:spPr>
        <p:txBody>
          <a:bodyPr>
            <a:normAutofit/>
          </a:bodyPr>
          <a:lstStyle/>
          <a:p>
            <a:r>
              <a:rPr lang="en-US" sz="3600" b="1"/>
              <a:t>Weak Annotation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885D09-B1F6-E862-7695-7B7B5F56F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886" y="945731"/>
            <a:ext cx="9220267" cy="538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329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F1646-17EF-C331-A3AF-D364E58B4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5761-F69B-5032-54DA-A44AB6211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243631"/>
            <a:ext cx="11483377" cy="1153214"/>
          </a:xfrm>
        </p:spPr>
        <p:txBody>
          <a:bodyPr>
            <a:normAutofit/>
          </a:bodyPr>
          <a:lstStyle/>
          <a:p>
            <a:r>
              <a:rPr lang="en-US" sz="3600" b="1" err="1"/>
              <a:t>sPlotOpen</a:t>
            </a:r>
            <a:r>
              <a:rPr lang="en-US" sz="3600" b="1"/>
              <a:t>: A Global Dataset of Vegetation Plot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16BE0-34FB-4A74-1E1F-ECA3385AB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47" y="1290622"/>
            <a:ext cx="10944305" cy="42767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6799B1-4011-AF8E-B033-C288927EDC74}"/>
              </a:ext>
            </a:extLst>
          </p:cNvPr>
          <p:cNvSpPr txBox="1"/>
          <p:nvPr/>
        </p:nvSpPr>
        <p:spPr>
          <a:xfrm>
            <a:off x="1174946" y="5994432"/>
            <a:ext cx="11329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Reference: </a:t>
            </a:r>
            <a:r>
              <a:rPr lang="en-US" err="1"/>
              <a:t>sPlotOpen</a:t>
            </a:r>
            <a:r>
              <a:rPr lang="en-US"/>
              <a:t> – </a:t>
            </a:r>
            <a:r>
              <a:rPr lang="en-US">
                <a:hlinkClick r:id="rId3"/>
              </a:rPr>
              <a:t>An environmentally balanced, open-access, global dataset of vegetation plots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47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45CF1-D676-35E5-774A-E13C1768D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1F48-AC95-C1C1-7774-5B430EE63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63" y="546560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Overview of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70289-B227-2671-7739-144767708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51" y="2109307"/>
            <a:ext cx="10840734" cy="33153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Training Data</a:t>
            </a:r>
          </a:p>
          <a:p>
            <a:pPr lvl="1"/>
            <a:r>
              <a:rPr lang="en-US" sz="1800"/>
              <a:t>iNaturalist Dataset: Georeferenced Plant Images with Species Labels</a:t>
            </a:r>
          </a:p>
          <a:p>
            <a:pPr lvl="1"/>
            <a:r>
              <a:rPr lang="en-US" sz="1800"/>
              <a:t>TRY Database: Plant Trait Data</a:t>
            </a:r>
          </a:p>
          <a:p>
            <a:r>
              <a:rPr lang="en-US"/>
              <a:t>Reference Data</a:t>
            </a:r>
          </a:p>
          <a:p>
            <a:pPr lvl="1"/>
            <a:r>
              <a:rPr lang="en-US" sz="1800" err="1"/>
              <a:t>sPlotOpen</a:t>
            </a:r>
            <a:r>
              <a:rPr lang="en-US" sz="1800"/>
              <a:t> (Community weighted trait values)</a:t>
            </a:r>
          </a:p>
        </p:txBody>
      </p:sp>
    </p:spTree>
    <p:extLst>
      <p:ext uri="{BB962C8B-B14F-4D97-AF65-F5344CB8AC3E}">
        <p14:creationId xmlns:p14="http://schemas.microsoft.com/office/powerpoint/2010/main" val="3204207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239D3-11F9-3E36-0A0A-D3F8D530E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24E51-F4FD-005B-FC10-B96C9B0AE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483377" cy="1858441"/>
          </a:xfrm>
        </p:spPr>
        <p:txBody>
          <a:bodyPr>
            <a:normAutofit/>
          </a:bodyPr>
          <a:lstStyle/>
          <a:p>
            <a:r>
              <a:rPr lang="en-US" sz="3600" b="1"/>
              <a:t>Agenda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83DE33-A36C-DA26-BBB1-6EF063E83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97" y="2357429"/>
            <a:ext cx="10906205" cy="214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126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CCBD3-5DAE-2426-1EE1-63AC71237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5675-1E95-4E66-15F9-CCFE740E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63" y="546560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4AECDE-6A08-C174-192E-CE3B00FDA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412" y="1828817"/>
            <a:ext cx="10840734" cy="33153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/>
              <a:t>Image</a:t>
            </a:r>
          </a:p>
          <a:p>
            <a:r>
              <a:rPr lang="en-US"/>
              <a:t>Image Encoder: Vit-b from </a:t>
            </a:r>
            <a:r>
              <a:rPr lang="en-US">
                <a:hlinkClick r:id="rId3"/>
              </a:rPr>
              <a:t>DINOv2</a:t>
            </a:r>
            <a:endParaRPr lang="en-US"/>
          </a:p>
          <a:p>
            <a:r>
              <a:rPr lang="en-US"/>
              <a:t>Depth Encoder: </a:t>
            </a:r>
            <a:r>
              <a:rPr lang="en-US">
                <a:hlinkClick r:id="rId4"/>
              </a:rPr>
              <a:t>Depth Anything V2 - Vit-b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GeoLocation</a:t>
            </a:r>
            <a:endParaRPr lang="en-US"/>
          </a:p>
          <a:p>
            <a:r>
              <a:rPr lang="en-US"/>
              <a:t>Location encoder from </a:t>
            </a:r>
            <a:r>
              <a:rPr lang="en-US">
                <a:hlinkClick r:id="rId5"/>
              </a:rPr>
              <a:t>Climplicit</a:t>
            </a:r>
            <a:r>
              <a:rPr lang="en-US"/>
              <a:t> model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Multimodal Backbone</a:t>
            </a:r>
          </a:p>
          <a:p>
            <a:r>
              <a:rPr lang="en-US"/>
              <a:t>Resnet blocks</a:t>
            </a:r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F7F9D-FCF6-AB00-B631-8E102900C2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357" y="1668845"/>
            <a:ext cx="5280231" cy="38681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2DAD6D-AFA9-0AAD-AAF4-D6C3AA5E3706}"/>
              </a:ext>
            </a:extLst>
          </p:cNvPr>
          <p:cNvSpPr txBox="1"/>
          <p:nvPr/>
        </p:nvSpPr>
        <p:spPr>
          <a:xfrm>
            <a:off x="379210" y="5734465"/>
            <a:ext cx="1143357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ResNet</a:t>
            </a:r>
            <a:r>
              <a:rPr lang="en-US" b="1"/>
              <a:t> (Residual Network) blocks</a:t>
            </a:r>
            <a:r>
              <a:rPr lang="en-US"/>
              <a:t> serve as a foundational architecture for the vision or "backbone" component. </a:t>
            </a:r>
          </a:p>
          <a:p>
            <a:r>
              <a:rPr lang="en-US"/>
              <a:t>They are primarily used to extract rich visual features from images before combining them with other modalities </a:t>
            </a:r>
          </a:p>
          <a:p>
            <a:r>
              <a:rPr lang="en-US"/>
              <a:t>like text or audio.</a:t>
            </a:r>
          </a:p>
          <a:p>
            <a:br>
              <a:rPr lang="en-US"/>
            </a:b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4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E387-A8C0-AA05-2B91-BF3FB41A4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76F62-700D-1526-38F8-D3F8E7B50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63" y="546560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Model Training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92DB12B-3D54-B424-DBD5-5EB91A28F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2093" y="1667078"/>
            <a:ext cx="5777513" cy="363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71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9C9B-B578-E566-C1B8-F91C20C2B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E01A-12C1-6D13-FBC8-351239B3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420" y="703635"/>
            <a:ext cx="11483377" cy="1858441"/>
          </a:xfrm>
        </p:spPr>
        <p:txBody>
          <a:bodyPr>
            <a:normAutofit/>
          </a:bodyPr>
          <a:lstStyle/>
          <a:p>
            <a:r>
              <a:rPr lang="en-US" sz="3600" b="1"/>
              <a:t>Agenda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1F2350-1A84-E78D-0829-796A48338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22" y="2328854"/>
            <a:ext cx="10887155" cy="220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72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07D56-C6D3-4EA7-432E-480CB819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238F8-A6F1-B628-B924-EC665610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How are Plant traits captured?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92744-0801-80C6-AA50-FEED28CC8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51" y="2109306"/>
            <a:ext cx="10983804" cy="4442759"/>
          </a:xfrm>
        </p:spPr>
        <p:txBody>
          <a:bodyPr>
            <a:normAutofit/>
          </a:bodyPr>
          <a:lstStyle/>
          <a:p>
            <a:pPr lvl="0"/>
            <a:r>
              <a:rPr lang="en-US" sz="2000" b="1"/>
              <a:t>Collect plant photos.</a:t>
            </a:r>
            <a:r>
              <a:rPr lang="en-US" sz="2000"/>
              <a:t> Gather research-grade, geotagged plant photographs from citizen-science platforms such as iNaturalist and </a:t>
            </a:r>
            <a:r>
              <a:rPr lang="en-US" sz="2000" err="1"/>
              <a:t>Pl@ntNet</a:t>
            </a:r>
            <a:r>
              <a:rPr lang="en-US" sz="2000"/>
              <a:t> (over 50 million images). These provide species labels but no trait measurements.</a:t>
            </a:r>
          </a:p>
          <a:p>
            <a:pPr lvl="0"/>
            <a:r>
              <a:rPr lang="en-US" sz="2000" b="1"/>
              <a:t>Take trait values from TRY.</a:t>
            </a:r>
            <a:r>
              <a:rPr lang="en-US" sz="2000"/>
              <a:t> Use the TRY global plant trait database, which holds species-level trait measurements such as canopy height, leaf area, leaf nitrogen and leaf dry matter content.</a:t>
            </a:r>
          </a:p>
          <a:p>
            <a:pPr lvl="0"/>
            <a:r>
              <a:rPr lang="en-US" sz="2000" b="1"/>
              <a:t>Add geospatial context.</a:t>
            </a:r>
            <a:r>
              <a:rPr lang="en-US" sz="2000"/>
              <a:t> Use each photo’s location to get climate and satellite-based context from geospatial foundation models: Climplicit (climate) and </a:t>
            </a:r>
            <a:r>
              <a:rPr lang="en-US" sz="2000" err="1"/>
              <a:t>SatCLIP</a:t>
            </a:r>
            <a:r>
              <a:rPr lang="en-US" sz="2000"/>
              <a:t> (satellite Earth observation).</a:t>
            </a:r>
          </a:p>
          <a:p>
            <a:pPr lvl="0"/>
            <a:r>
              <a:rPr lang="en-US" sz="2000" b="1"/>
              <a:t>Match by species name.</a:t>
            </a:r>
            <a:r>
              <a:rPr lang="en-US" sz="2000"/>
              <a:t> Link each photo’s species name to the TRY database and assign that species’ trait values to the image as weak (indirect) labels.</a:t>
            </a:r>
          </a:p>
        </p:txBody>
      </p:sp>
    </p:spTree>
    <p:extLst>
      <p:ext uri="{BB962C8B-B14F-4D97-AF65-F5344CB8AC3E}">
        <p14:creationId xmlns:p14="http://schemas.microsoft.com/office/powerpoint/2010/main" val="3495430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35B6-3191-C7C6-7C31-572A1881E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76" y="614936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How are Plant traits captured? Continued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A61F3-202E-8452-1D42-6FF674242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596" y="2113613"/>
            <a:ext cx="10938569" cy="4453443"/>
          </a:xfrm>
        </p:spPr>
        <p:txBody>
          <a:bodyPr/>
          <a:lstStyle/>
          <a:p>
            <a:pPr lvl="0"/>
            <a:r>
              <a:rPr lang="en-US" sz="2000" b="1"/>
              <a:t>Build the training dataset.</a:t>
            </a:r>
            <a:r>
              <a:rPr lang="en-US" sz="2000"/>
              <a:t> The result is a large trait-annotated image dataset. It is noisy, with feature noise from varied photo quality and label noise from species-level weak labels.</a:t>
            </a:r>
          </a:p>
          <a:p>
            <a:pPr lvl="0"/>
            <a:r>
              <a:rPr lang="en-US" sz="2000" b="1"/>
              <a:t>Train the multi-trait model.</a:t>
            </a:r>
            <a:r>
              <a:rPr lang="en-US" sz="2000"/>
              <a:t> Train an uncertainty-aware probabilistic deep learning model that predicts several traits at once. It combines visual features from the image with the geospatial embeddings.</a:t>
            </a:r>
          </a:p>
          <a:p>
            <a:pPr lvl="0"/>
            <a:r>
              <a:rPr lang="en-US" sz="2000" b="1"/>
              <a:t>Predict traits with uncertainty.</a:t>
            </a:r>
            <a:r>
              <a:rPr lang="en-US" sz="2000"/>
              <a:t> For each photo, the model outputs trait predictions along with an estimate of its own uncertainty. Highly uncertain (noisy) samples are down-weighted during training and filtered out as unreliable.</a:t>
            </a:r>
          </a:p>
          <a:p>
            <a:pPr lvl="0"/>
            <a:r>
              <a:rPr lang="en-US" sz="2000" b="1"/>
              <a:t>Aggregate into global maps.</a:t>
            </a:r>
            <a:r>
              <a:rPr lang="en-US" sz="2000"/>
              <a:t> Group the per-photo predictions by their geotags and aggregate them spatially to produce global, gridded maps of plant trait distributions across ecosystems.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58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14D80C-5FF6-E77C-AC4E-ED943C5009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966187" y="643466"/>
            <a:ext cx="6259626" cy="5571067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5FE26B6-9C41-B583-D469-1BF168DC2CF9}"/>
              </a:ext>
            </a:extLst>
          </p:cNvPr>
          <p:cNvSpPr txBox="1"/>
          <p:nvPr/>
        </p:nvSpPr>
        <p:spPr>
          <a:xfrm>
            <a:off x="322288" y="149902"/>
            <a:ext cx="10590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+mj-lt"/>
              </a:rPr>
              <a:t>How are Plant traits captured – Flow Diagram </a:t>
            </a:r>
          </a:p>
        </p:txBody>
      </p:sp>
    </p:spTree>
    <p:extLst>
      <p:ext uri="{BB962C8B-B14F-4D97-AF65-F5344CB8AC3E}">
        <p14:creationId xmlns:p14="http://schemas.microsoft.com/office/powerpoint/2010/main" val="1905760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763B8-7B98-606A-A4F4-0CC2BC55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67795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Geographic Coverage of citizen science data (top)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65B9E8-DD35-5558-AFB7-B14C21E2B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81" y="813748"/>
            <a:ext cx="6849438" cy="523050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FB96AF4-D943-3922-4E73-4EC1B4BD6EA0}"/>
              </a:ext>
            </a:extLst>
          </p:cNvPr>
          <p:cNvSpPr txBox="1">
            <a:spLocks/>
          </p:cNvSpPr>
          <p:nvPr/>
        </p:nvSpPr>
        <p:spPr>
          <a:xfrm>
            <a:off x="539496" y="6044252"/>
            <a:ext cx="11113008" cy="849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/>
              <a:t>Independent benchmark </a:t>
            </a:r>
            <a:r>
              <a:rPr lang="en-US" sz="3600" b="1" err="1"/>
              <a:t>sPlotOpen</a:t>
            </a:r>
            <a:r>
              <a:rPr lang="en-US" sz="3600" b="1"/>
              <a:t> Survey(bottom) </a:t>
            </a:r>
          </a:p>
        </p:txBody>
      </p:sp>
    </p:spTree>
    <p:extLst>
      <p:ext uri="{BB962C8B-B14F-4D97-AF65-F5344CB8AC3E}">
        <p14:creationId xmlns:p14="http://schemas.microsoft.com/office/powerpoint/2010/main" val="2066628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C569D-3AC5-DA9B-931E-EBF6ED42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31DFD-08B9-E966-9E71-16F540134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76" y="614936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Step 1: Uncertainty aware Filtering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2D9291-8861-DB0C-030F-2CF703E6E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165" y="1571389"/>
            <a:ext cx="11013670" cy="4451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/>
              <a:t>Images with high predictive  uncertainty are excluded to</a:t>
            </a:r>
          </a:p>
          <a:p>
            <a:pPr marL="0" indent="0">
              <a:buNone/>
            </a:pPr>
            <a:r>
              <a:rPr lang="en-US" sz="1600"/>
              <a:t>improve label reliability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C14B99-AC82-7DFA-46DC-B14B91651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151" y="2347739"/>
            <a:ext cx="4184882" cy="392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35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7778-584B-48D0-CF2D-9D3EF627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35CE-F6F9-E682-F7BE-3BC645550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76" y="614936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Limitation - Heteroscedasticity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26E39F-D2DB-46DB-04A0-048D37311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165" y="1571389"/>
            <a:ext cx="11013670" cy="4451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/>
              <a:t>Higher Uncertainty for taller plants.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9D5E98-90EF-9E2E-9518-E5667E2C1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55" y="2449772"/>
            <a:ext cx="10529624" cy="294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48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60C4-A0F6-5E2E-3532-1F67C0F5B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032D-7290-0A8F-84FA-66AE44AFF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76" y="614936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Step 2: Residual aware Filtering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B662A7-03EA-F16A-7DD3-41AF9A3B2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165" y="1571389"/>
            <a:ext cx="11013670" cy="4451514"/>
          </a:xfrm>
        </p:spPr>
        <p:txBody>
          <a:bodyPr>
            <a:normAutofit/>
          </a:bodyPr>
          <a:lstStyle/>
          <a:p>
            <a:r>
              <a:rPr lang="en-US" sz="1600"/>
              <a:t>Remove Images with high uncertainty and high residual error</a:t>
            </a:r>
          </a:p>
          <a:p>
            <a:r>
              <a:rPr lang="en-US" sz="1600"/>
              <a:t>Helps to mitigate extreme noisy label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C59FE6-2212-6A03-6D34-C2C9C6F70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171" y="1946607"/>
            <a:ext cx="5907913" cy="483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8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C4350-F908-FC3D-97B1-4DAF5AB35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0E44-715E-9CE9-CCD2-2CA2C702D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76" y="614936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Residual Aware Filtering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A194B-A0E0-2137-4EBE-E2AEC912F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77" y="2743199"/>
            <a:ext cx="11075458" cy="216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75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1C85D-347B-C659-AEEE-5DB6CCA86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D9EC-C900-3C95-5D93-D7352CBAD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76" y="614936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Step 3: Training and Evaluation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3AE0F9-BEDA-F25A-26A7-284EF00FD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165" y="1571389"/>
            <a:ext cx="11013670" cy="4451514"/>
          </a:xfrm>
        </p:spPr>
        <p:txBody>
          <a:bodyPr>
            <a:normAutofit/>
          </a:bodyPr>
          <a:lstStyle/>
          <a:p>
            <a:r>
              <a:rPr lang="en-US" sz="1600"/>
              <a:t>Train the model </a:t>
            </a:r>
          </a:p>
          <a:p>
            <a:r>
              <a:rPr lang="en-US" sz="1600"/>
              <a:t>Aggregate spatial using geolocation. </a:t>
            </a:r>
          </a:p>
          <a:p>
            <a:r>
              <a:rPr lang="en-US" sz="1600"/>
              <a:t>Evaluate against </a:t>
            </a:r>
            <a:r>
              <a:rPr lang="en-US" sz="1600" err="1"/>
              <a:t>sPlotOpen</a:t>
            </a:r>
            <a:endParaRPr lang="en-US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94CE59-8C48-7736-F04F-4544DE8F9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575" y="1323917"/>
            <a:ext cx="6173134" cy="468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720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D1C40-0ACF-E65E-8865-A439C6197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0537-971E-C619-2BAA-600FF1A3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76" y="614936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Overview: An uncertainty-aware Framework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63FD92-E5F4-B309-9737-F0F1B4A50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963" y="2345249"/>
            <a:ext cx="11486723" cy="30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29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9854-EB2F-A234-BA35-E74C86E42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11FB-CF6D-5867-C179-F24C1E383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420" y="703635"/>
            <a:ext cx="11483377" cy="1858441"/>
          </a:xfrm>
        </p:spPr>
        <p:txBody>
          <a:bodyPr>
            <a:normAutofit/>
          </a:bodyPr>
          <a:lstStyle/>
          <a:p>
            <a:r>
              <a:rPr lang="en-US" sz="3600" b="1"/>
              <a:t>Agenda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E71FF-3DFA-88F5-4A60-BBB7CD4DE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35" y="2362192"/>
            <a:ext cx="10763329" cy="21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30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84D6-B96E-8C2B-93FE-CB67DA8BC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38DE-2C94-4671-9385-11EACAFAA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76" y="614936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Baseline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460B3C-8BAE-A7C9-E0D1-187759BD9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165" y="1571389"/>
            <a:ext cx="11013670" cy="4451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Takeaway</a:t>
            </a:r>
          </a:p>
          <a:p>
            <a:r>
              <a:rPr lang="en-US" sz="1600"/>
              <a:t>Uncertainty-aware filtering helps in performance </a:t>
            </a:r>
          </a:p>
          <a:p>
            <a:pPr marL="0" indent="0">
              <a:buNone/>
            </a:pPr>
            <a:r>
              <a:rPr lang="en-US" sz="1600"/>
              <a:t>	improvement for most traits</a:t>
            </a:r>
          </a:p>
          <a:p>
            <a:r>
              <a:rPr lang="en-US" sz="1600"/>
              <a:t>PlantTraitNet outperforms previous methods for </a:t>
            </a:r>
          </a:p>
          <a:p>
            <a:pPr marL="0" indent="0">
              <a:buNone/>
            </a:pPr>
            <a:r>
              <a:rPr lang="en-US" sz="1600"/>
              <a:t>	plant height, leaf area and specific leaf area</a:t>
            </a:r>
            <a:endParaRPr lang="en-US" sz="16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66B3A7-BFFC-59A9-572A-FB5B02E79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772" y="1157051"/>
            <a:ext cx="4190532" cy="5126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1C6891-10C4-CC7A-A3D7-CE7E9B413299}"/>
              </a:ext>
            </a:extLst>
          </p:cNvPr>
          <p:cNvSpPr txBox="1"/>
          <p:nvPr/>
        </p:nvSpPr>
        <p:spPr>
          <a:xfrm>
            <a:off x="589165" y="4186907"/>
            <a:ext cx="6095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u="none" strike="noStrike" baseline="0">
                <a:latin typeface="NimbusRomNo9L-Regu"/>
              </a:rPr>
              <a:t>The coefficient of determination (R²) : quantifies the proportion of variance in observed </a:t>
            </a:r>
          </a:p>
          <a:p>
            <a:pPr algn="l"/>
            <a:r>
              <a:rPr lang="en-US" sz="1000" b="0" i="0" u="none" strike="noStrike" baseline="0">
                <a:latin typeface="NimbusRomNo9L-Regu"/>
              </a:rPr>
              <a:t>trait values explained by the predictions</a:t>
            </a:r>
          </a:p>
          <a:p>
            <a:pPr algn="l"/>
            <a:endParaRPr lang="en-US" sz="1000" b="0" i="0" u="none" strike="noStrike" baseline="0">
              <a:latin typeface="NimbusRomNo9L-Regu"/>
            </a:endParaRPr>
          </a:p>
          <a:p>
            <a:pPr algn="l"/>
            <a:r>
              <a:rPr lang="en-US" sz="1000">
                <a:latin typeface="NimbusRomNo9L-Regu"/>
              </a:rPr>
              <a:t>T</a:t>
            </a:r>
            <a:r>
              <a:rPr lang="en-US" sz="1000" b="0" i="0" u="none" strike="noStrike" baseline="0">
                <a:latin typeface="NimbusRomNo9L-Regu"/>
              </a:rPr>
              <a:t>he normalized mean absolute error (</a:t>
            </a:r>
            <a:r>
              <a:rPr lang="en-US" sz="1000" b="0" i="0" u="none" strike="noStrike" baseline="0" err="1">
                <a:latin typeface="NimbusRomNo9L-Regu"/>
              </a:rPr>
              <a:t>nMAE</a:t>
            </a:r>
            <a:r>
              <a:rPr lang="en-US" sz="1000" b="0" i="0" u="none" strike="noStrike" baseline="0">
                <a:latin typeface="NimbusRomNo9L-Regu"/>
              </a:rPr>
              <a:t>) measures: </a:t>
            </a:r>
            <a:r>
              <a:rPr lang="en-US" sz="1000">
                <a:latin typeface="NimbusRomNo9L-Regu"/>
              </a:rPr>
              <a:t> T</a:t>
            </a:r>
            <a:r>
              <a:rPr lang="en-US" sz="1000" b="0" i="0" u="none" strike="noStrike" baseline="0">
                <a:latin typeface="NimbusRomNo9L-Regu"/>
              </a:rPr>
              <a:t>he average deviation normalized </a:t>
            </a:r>
          </a:p>
          <a:p>
            <a:pPr algn="l"/>
            <a:r>
              <a:rPr lang="en-US" sz="1000" b="0" i="0" u="none" strike="noStrike" baseline="0">
                <a:latin typeface="NimbusRomNo9L-Regu"/>
              </a:rPr>
              <a:t>by the observed trait range</a:t>
            </a:r>
            <a:r>
              <a:rPr lang="en-US" sz="1000">
                <a:latin typeface="NimbusRomNo9L-Regu"/>
              </a:rPr>
              <a:t>.</a:t>
            </a:r>
          </a:p>
          <a:p>
            <a:pPr algn="l"/>
            <a:endParaRPr lang="en-US" sz="1000" b="0" i="0" u="none" strike="noStrike" baseline="0">
              <a:latin typeface="NimbusRomNo9L-Regu"/>
            </a:endParaRPr>
          </a:p>
          <a:p>
            <a:pPr algn="l"/>
            <a:r>
              <a:rPr lang="en-US" sz="1000" b="0" i="0" u="none" strike="noStrike" baseline="0">
                <a:latin typeface="NimbusRomNo9L-Regu"/>
              </a:rPr>
              <a:t>Pearson’s correlation coefficient (r) on log-transformed values quantifies the linear </a:t>
            </a:r>
          </a:p>
          <a:p>
            <a:pPr algn="l"/>
            <a:r>
              <a:rPr lang="en-US" sz="1000" b="0" i="0" u="none" strike="noStrike" baseline="0">
                <a:latin typeface="NimbusRomNo9L-Regu"/>
              </a:rPr>
              <a:t>relationship between predicted and observed data.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5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7B74-12C1-97DF-DF2C-8376A5951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969AD-D05A-15F5-189A-A8D7E2540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76" y="614936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Phylogenetic Correlation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E0FDA9-F232-477A-2068-3B70FF78B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165" y="1571389"/>
            <a:ext cx="11013670" cy="4451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Takeaway</a:t>
            </a:r>
          </a:p>
          <a:p>
            <a:r>
              <a:rPr lang="en-US" sz="1600"/>
              <a:t>No systematic bias observed.</a:t>
            </a:r>
          </a:p>
          <a:p>
            <a:pPr marL="0" indent="0">
              <a:buNone/>
            </a:pPr>
            <a:endParaRPr lang="en-US" sz="16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C283B-3CBE-750E-B12D-5BC2BE388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373" y="1241318"/>
            <a:ext cx="6931401" cy="55555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79C6EF-9939-D52E-9332-DE771B480590}"/>
              </a:ext>
            </a:extLst>
          </p:cNvPr>
          <p:cNvSpPr txBox="1"/>
          <p:nvPr/>
        </p:nvSpPr>
        <p:spPr>
          <a:xfrm>
            <a:off x="168294" y="5564938"/>
            <a:ext cx="41629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Mean relative prediction error (MRPE) computed on </a:t>
            </a:r>
          </a:p>
          <a:p>
            <a:r>
              <a:rPr lang="en-US" sz="1400"/>
              <a:t>validation data at the family level, visualized along </a:t>
            </a:r>
          </a:p>
          <a:p>
            <a:r>
              <a:rPr lang="en-US" sz="1400"/>
              <a:t>the taxonomic tree, for height (H), leaf area (LA), </a:t>
            </a:r>
          </a:p>
          <a:p>
            <a:r>
              <a:rPr lang="en-US" sz="1400"/>
              <a:t>specific leaf area (SLA) and leaf nitrogen (LN).</a:t>
            </a:r>
          </a:p>
        </p:txBody>
      </p:sp>
    </p:spTree>
    <p:extLst>
      <p:ext uri="{BB962C8B-B14F-4D97-AF65-F5344CB8AC3E}">
        <p14:creationId xmlns:p14="http://schemas.microsoft.com/office/powerpoint/2010/main" val="38751809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DA2DC-4B5E-BCBB-F7A9-6B290C6A8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72EF1-D072-A592-A8D9-7C6344B0F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76" y="614936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Intra Species Variation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6C7EE5-FDB8-3359-4A8C-D64E5BF0C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165" y="1571389"/>
            <a:ext cx="11013670" cy="4451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Takeaway</a:t>
            </a:r>
          </a:p>
          <a:p>
            <a:r>
              <a:rPr lang="en-US" sz="1600"/>
              <a:t>Model Predictions capture trait variability within the species. </a:t>
            </a:r>
          </a:p>
          <a:p>
            <a:pPr marL="0" indent="0">
              <a:buNone/>
            </a:pPr>
            <a:endParaRPr lang="en-US" sz="16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7E3264-7EDD-A2D0-2189-C56800341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65" y="2348229"/>
            <a:ext cx="10619247" cy="450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391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5056D-0832-A139-DAAA-334D834A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7D66C-4E6C-3267-5EC9-70664638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76" y="614936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Ablation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B9809C-92BF-3954-E05A-D85007037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06" y="2730200"/>
            <a:ext cx="10909878" cy="280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37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E25A3-1EB3-6E27-6891-6CB68A021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6EF8E-B880-E41B-5CE2-5E921BE50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420" y="703635"/>
            <a:ext cx="11483377" cy="1858441"/>
          </a:xfrm>
        </p:spPr>
        <p:txBody>
          <a:bodyPr>
            <a:normAutofit/>
          </a:bodyPr>
          <a:lstStyle/>
          <a:p>
            <a:r>
              <a:rPr lang="en-US" sz="3600" b="1"/>
              <a:t>Agenda</a:t>
            </a:r>
            <a:br>
              <a:rPr lang="en-US" sz="3600" b="1"/>
            </a:br>
            <a:endParaRPr lang="en-US" sz="3600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4AEEDA-93FF-CB6C-5667-132AA52D5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98" y="2514593"/>
            <a:ext cx="10753804" cy="182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23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598AF-14CB-A784-C476-1C166B18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BED2-F432-3EC8-133E-A246DF5E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76" y="614936"/>
            <a:ext cx="11113008" cy="849793"/>
          </a:xfrm>
        </p:spPr>
        <p:txBody>
          <a:bodyPr>
            <a:normAutofit/>
          </a:bodyPr>
          <a:lstStyle/>
          <a:p>
            <a:r>
              <a:rPr lang="en-US" sz="3600" b="1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282D7-5F59-1F0A-1D2F-3CA3E6A75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597" y="2113613"/>
            <a:ext cx="10919186" cy="3058637"/>
          </a:xfrm>
        </p:spPr>
        <p:txBody>
          <a:bodyPr>
            <a:normAutofit/>
          </a:bodyPr>
          <a:lstStyle/>
          <a:p>
            <a:r>
              <a:rPr lang="en-US" sz="2000"/>
              <a:t>Citizen science images paired with labels from scientific databases (TRY) enable inference of functional traits</a:t>
            </a:r>
          </a:p>
          <a:p>
            <a:r>
              <a:rPr lang="en-US" sz="2000"/>
              <a:t>Uncertainty-aware deep learning improves robustness to noisy citizen science images</a:t>
            </a:r>
          </a:p>
          <a:p>
            <a:r>
              <a:rPr lang="en-US" sz="2000"/>
              <a:t>Our model generalizes across species and captures intra-species variation.</a:t>
            </a:r>
          </a:p>
          <a:p>
            <a:r>
              <a:rPr lang="en-US" sz="2000"/>
              <a:t>Our approach outperforms prior work on most traits in a global benchmark</a:t>
            </a:r>
          </a:p>
        </p:txBody>
      </p:sp>
    </p:spTree>
    <p:extLst>
      <p:ext uri="{BB962C8B-B14F-4D97-AF65-F5344CB8AC3E}">
        <p14:creationId xmlns:p14="http://schemas.microsoft.com/office/powerpoint/2010/main" val="1067936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36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PlantTraitNet: An Uncertainty-Aware Multimodal Framework for Global-Scale Plant Trait Inference from Citizen Science Data</vt:lpstr>
      <vt:lpstr>PlantTraitNet: An Uncertainty-Aware Multimodal Framework for Global-Scale Plant Trait Inference from Citizen Science Data</vt:lpstr>
      <vt:lpstr>Agenda </vt:lpstr>
      <vt:lpstr>Motivation </vt:lpstr>
      <vt:lpstr>PlantTraitNet: An Uncertainty-Aware Multimodal Framework for Global-Scale Plant Trait Inference from Citizen Science Data</vt:lpstr>
      <vt:lpstr>What is PlantTraitNet?</vt:lpstr>
      <vt:lpstr>Agenda </vt:lpstr>
      <vt:lpstr>Data Based on Citizen Science Contributions </vt:lpstr>
      <vt:lpstr>Data Based on Citizen Science Contributions  </vt:lpstr>
      <vt:lpstr>TRY Database : Plant Trait Data  </vt:lpstr>
      <vt:lpstr>Weak Annotation </vt:lpstr>
      <vt:lpstr>Weak Annotation </vt:lpstr>
      <vt:lpstr>sPlotOpen: A Global Dataset of Vegetation Plot </vt:lpstr>
      <vt:lpstr>Overview of Data</vt:lpstr>
      <vt:lpstr>Agenda </vt:lpstr>
      <vt:lpstr>Model</vt:lpstr>
      <vt:lpstr>Model Training </vt:lpstr>
      <vt:lpstr>Agenda </vt:lpstr>
      <vt:lpstr>How are Plant traits captured?</vt:lpstr>
      <vt:lpstr>How are Plant traits captured? Continued …</vt:lpstr>
      <vt:lpstr>PowerPoint Presentation</vt:lpstr>
      <vt:lpstr>Geographic Coverage of citizen science data (top)</vt:lpstr>
      <vt:lpstr>Step 1: Uncertainty aware Filtering </vt:lpstr>
      <vt:lpstr>Limitation - Heteroscedasticity</vt:lpstr>
      <vt:lpstr>Step 2: Residual aware Filtering </vt:lpstr>
      <vt:lpstr>Residual Aware Filtering</vt:lpstr>
      <vt:lpstr>Step 3: Training and Evaluation</vt:lpstr>
      <vt:lpstr>Overview: An uncertainty-aware Framework</vt:lpstr>
      <vt:lpstr>Agenda </vt:lpstr>
      <vt:lpstr>Baseline</vt:lpstr>
      <vt:lpstr>Phylogenetic Correlation</vt:lpstr>
      <vt:lpstr>Intra Species Variation </vt:lpstr>
      <vt:lpstr>Ablation</vt:lpstr>
      <vt:lpstr>Agenda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Dwivedi</dc:creator>
  <cp:revision>1</cp:revision>
  <dcterms:created xsi:type="dcterms:W3CDTF">2026-10-11T17:20:15Z</dcterms:created>
  <dcterms:modified xsi:type="dcterms:W3CDTF">2026-10-16T15:42:29Z</dcterms:modified>
</cp:coreProperties>
</file>